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3"/>
  </p:notesMasterIdLst>
  <p:sldIdLst>
    <p:sldId id="256" r:id="rId2"/>
    <p:sldId id="258" r:id="rId3"/>
    <p:sldId id="259" r:id="rId4"/>
    <p:sldId id="294" r:id="rId5"/>
    <p:sldId id="269" r:id="rId6"/>
    <p:sldId id="260" r:id="rId7"/>
    <p:sldId id="262" r:id="rId8"/>
    <p:sldId id="264" r:id="rId9"/>
    <p:sldId id="265" r:id="rId10"/>
    <p:sldId id="266" r:id="rId11"/>
    <p:sldId id="268" r:id="rId12"/>
    <p:sldId id="270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328" r:id="rId32"/>
    <p:sldId id="292" r:id="rId33"/>
    <p:sldId id="295" r:id="rId34"/>
    <p:sldId id="298" r:id="rId35"/>
    <p:sldId id="296" r:id="rId36"/>
    <p:sldId id="297" r:id="rId37"/>
    <p:sldId id="299" r:id="rId38"/>
    <p:sldId id="300" r:id="rId39"/>
    <p:sldId id="301" r:id="rId40"/>
    <p:sldId id="302" r:id="rId41"/>
    <p:sldId id="304" r:id="rId42"/>
    <p:sldId id="303" r:id="rId43"/>
    <p:sldId id="293" r:id="rId44"/>
    <p:sldId id="291" r:id="rId45"/>
    <p:sldId id="307" r:id="rId46"/>
    <p:sldId id="305" r:id="rId47"/>
    <p:sldId id="306" r:id="rId48"/>
    <p:sldId id="308" r:id="rId49"/>
    <p:sldId id="309" r:id="rId50"/>
    <p:sldId id="311" r:id="rId51"/>
    <p:sldId id="310" r:id="rId52"/>
    <p:sldId id="312" r:id="rId53"/>
    <p:sldId id="314" r:id="rId54"/>
    <p:sldId id="313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9" r:id="rId69"/>
    <p:sldId id="330" r:id="rId70"/>
    <p:sldId id="331" r:id="rId71"/>
    <p:sldId id="332" r:id="rId72"/>
    <p:sldId id="334" r:id="rId73"/>
    <p:sldId id="333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54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8539F1-DE29-4873-B0A1-8094C341D3A8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6545389-F80C-4EEF-AA53-EAC994C8D10B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1"/>
          <a:r>
            <a:rPr lang="fa-IR" sz="2200" dirty="0">
              <a:solidFill>
                <a:srgbClr val="FF0000"/>
              </a:solidFill>
            </a:rPr>
            <a:t>از</a:t>
          </a:r>
          <a:r>
            <a:rPr lang="ar-SA" sz="2200" dirty="0">
              <a:solidFill>
                <a:srgbClr val="FF0000"/>
              </a:solidFill>
            </a:rPr>
            <a:t>مهم‌ترین زیرشاخه‌های مدرن یادگیری ماشین</a:t>
          </a:r>
          <a:endParaRPr lang="fa-IR" sz="2200" dirty="0">
            <a:solidFill>
              <a:srgbClr val="FF0000"/>
            </a:solidFill>
          </a:endParaRPr>
        </a:p>
        <a:p>
          <a:pPr rtl="1"/>
          <a:endParaRPr lang="fa-IR" sz="2200" dirty="0">
            <a:solidFill>
              <a:srgbClr val="FF0000"/>
            </a:solidFill>
          </a:endParaRPr>
        </a:p>
        <a:p>
          <a:pPr rtl="1"/>
          <a:r>
            <a:rPr lang="ar-SA" sz="2200" b="0" i="0" dirty="0"/>
            <a:t>الهام گرفته از ساختار مغز انسان</a:t>
          </a:r>
          <a:endParaRPr lang="en-GB" sz="2200" dirty="0">
            <a:solidFill>
              <a:srgbClr val="FF0000"/>
            </a:solidFill>
          </a:endParaRPr>
        </a:p>
      </dgm:t>
    </dgm:pt>
    <dgm:pt modelId="{FD2FAE2B-2BD2-489C-B7A7-E274DDE09205}" type="parTrans" cxnId="{88D1CCF6-9401-4CB0-9428-7695D0651982}">
      <dgm:prSet/>
      <dgm:spPr/>
      <dgm:t>
        <a:bodyPr/>
        <a:lstStyle/>
        <a:p>
          <a:endParaRPr lang="en-GB"/>
        </a:p>
      </dgm:t>
    </dgm:pt>
    <dgm:pt modelId="{69DA49E0-30B4-447F-8414-EA073F11C352}" type="sibTrans" cxnId="{88D1CCF6-9401-4CB0-9428-7695D0651982}">
      <dgm:prSet/>
      <dgm:spPr/>
      <dgm:t>
        <a:bodyPr/>
        <a:lstStyle/>
        <a:p>
          <a:endParaRPr lang="en-GB"/>
        </a:p>
      </dgm:t>
    </dgm:pt>
    <dgm:pt modelId="{D9CEB7DF-D3CB-4461-AF66-EB82824104B0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a-IR" sz="2400" b="1" dirty="0"/>
            <a:t>یادگیری عمیق:</a:t>
          </a:r>
          <a:endParaRPr lang="en-GB" sz="2400" b="1" dirty="0"/>
        </a:p>
      </dgm:t>
    </dgm:pt>
    <dgm:pt modelId="{67723E9B-F251-4180-A8F9-542CDFA5FDEE}" type="parTrans" cxnId="{7EF6AAA0-24F4-4911-A410-4868F9CFCF1B}">
      <dgm:prSet/>
      <dgm:spPr/>
      <dgm:t>
        <a:bodyPr/>
        <a:lstStyle/>
        <a:p>
          <a:endParaRPr lang="en-GB"/>
        </a:p>
      </dgm:t>
    </dgm:pt>
    <dgm:pt modelId="{B8EC0C93-47C1-44D7-BE8F-B93BCA18F72C}" type="sibTrans" cxnId="{7EF6AAA0-24F4-4911-A410-4868F9CFCF1B}">
      <dgm:prSet/>
      <dgm:spPr/>
      <dgm:t>
        <a:bodyPr/>
        <a:lstStyle/>
        <a:p>
          <a:endParaRPr lang="en-GB"/>
        </a:p>
      </dgm:t>
    </dgm:pt>
    <dgm:pt modelId="{8A920F1D-6D4E-4F3E-A448-78E9E9A159B0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ar-SA" sz="2500" b="1" i="0" dirty="0"/>
            <a:t>فهم بهتر</a:t>
          </a:r>
          <a:r>
            <a:rPr lang="ar-SA" sz="2500" b="0" i="0" dirty="0"/>
            <a:t> مباحث یادگیری عمیق</a:t>
          </a:r>
          <a:endParaRPr lang="en-GB" sz="2500" dirty="0"/>
        </a:p>
      </dgm:t>
    </dgm:pt>
    <dgm:pt modelId="{2D966943-9EC6-4804-82E7-95DE6C342177}" type="parTrans" cxnId="{993EC60E-25F0-48D4-B907-507544929D02}">
      <dgm:prSet/>
      <dgm:spPr/>
      <dgm:t>
        <a:bodyPr/>
        <a:lstStyle/>
        <a:p>
          <a:endParaRPr lang="en-GB"/>
        </a:p>
      </dgm:t>
    </dgm:pt>
    <dgm:pt modelId="{8D86163F-E6A5-4CE9-84EC-C9BB5293D691}" type="sibTrans" cxnId="{993EC60E-25F0-48D4-B907-507544929D02}">
      <dgm:prSet/>
      <dgm:spPr/>
      <dgm:t>
        <a:bodyPr/>
        <a:lstStyle/>
        <a:p>
          <a:endParaRPr lang="en-GB"/>
        </a:p>
      </dgm:t>
    </dgm:pt>
    <dgm:pt modelId="{B9B9157D-D10F-4E00-94E8-F447F502E9A8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ar-SA" b="1" i="0" dirty="0"/>
            <a:t>داده‌ها</a:t>
          </a:r>
          <a:r>
            <a:rPr lang="ar-SA" b="0" i="0" dirty="0"/>
            <a:t> کم</a:t>
          </a:r>
          <a:br>
            <a:rPr lang="fa-IR" b="0" i="0" dirty="0"/>
          </a:br>
          <a:r>
            <a:rPr lang="fa-IR" b="0" i="0" dirty="0"/>
            <a:t>یا</a:t>
          </a:r>
          <a:br>
            <a:rPr lang="fa-IR" b="0" i="0" dirty="0"/>
          </a:br>
          <a:r>
            <a:rPr lang="ar-SA" b="0" i="0" dirty="0"/>
            <a:t>منابع </a:t>
          </a:r>
          <a:r>
            <a:rPr lang="ar-SA" b="1" i="0" dirty="0"/>
            <a:t>محاسباتی</a:t>
          </a:r>
          <a:r>
            <a:rPr lang="ar-SA" b="0" i="0" dirty="0"/>
            <a:t> کافی</a:t>
          </a:r>
          <a:endParaRPr lang="en-GB" dirty="0"/>
        </a:p>
      </dgm:t>
    </dgm:pt>
    <dgm:pt modelId="{CBB4CB41-0B72-4B1C-A531-5447C8EAC282}" type="parTrans" cxnId="{FCA8A471-02B4-4550-BF32-E8E4FAAB844A}">
      <dgm:prSet/>
      <dgm:spPr/>
      <dgm:t>
        <a:bodyPr/>
        <a:lstStyle/>
        <a:p>
          <a:endParaRPr lang="en-GB"/>
        </a:p>
      </dgm:t>
    </dgm:pt>
    <dgm:pt modelId="{CCAB5346-F659-4265-B831-98AF310C7836}" type="sibTrans" cxnId="{FCA8A471-02B4-4550-BF32-E8E4FAAB844A}">
      <dgm:prSet/>
      <dgm:spPr/>
      <dgm:t>
        <a:bodyPr/>
        <a:lstStyle/>
        <a:p>
          <a:endParaRPr lang="en-GB"/>
        </a:p>
      </dgm:t>
    </dgm:pt>
    <dgm:pt modelId="{C50F50FC-0022-41F3-B578-825D110B9509}" type="pres">
      <dgm:prSet presAssocID="{308539F1-DE29-4873-B0A1-8094C341D3A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2A0FAA4-83A5-4CF8-B1E0-2C628C9034BB}" type="pres">
      <dgm:prSet presAssocID="{F6545389-F80C-4EEF-AA53-EAC994C8D10B}" presName="singleCycle" presStyleCnt="0"/>
      <dgm:spPr/>
    </dgm:pt>
    <dgm:pt modelId="{B5CDF761-C9C5-4E84-851E-B162A8AA398C}" type="pres">
      <dgm:prSet presAssocID="{F6545389-F80C-4EEF-AA53-EAC994C8D10B}" presName="singleCenter" presStyleLbl="node1" presStyleIdx="0" presStyleCnt="4" custScaleX="372637" custLinFactNeighborX="648" custLinFactNeighborY="-19251">
        <dgm:presLayoutVars>
          <dgm:chMax val="7"/>
          <dgm:chPref val="7"/>
        </dgm:presLayoutVars>
      </dgm:prSet>
      <dgm:spPr/>
    </dgm:pt>
    <dgm:pt modelId="{0F980086-DC4E-4166-AA02-1E1037316408}" type="pres">
      <dgm:prSet presAssocID="{67723E9B-F251-4180-A8F9-542CDFA5FDEE}" presName="Name56" presStyleLbl="parChTrans1D2" presStyleIdx="0" presStyleCnt="3"/>
      <dgm:spPr/>
    </dgm:pt>
    <dgm:pt modelId="{5921D547-E3BC-4C0C-93BB-5021FDB77AF0}" type="pres">
      <dgm:prSet presAssocID="{D9CEB7DF-D3CB-4461-AF66-EB82824104B0}" presName="text0" presStyleLbl="node1" presStyleIdx="1" presStyleCnt="4" custScaleX="249264" custRadScaleRad="104780" custRadScaleInc="0">
        <dgm:presLayoutVars>
          <dgm:bulletEnabled val="1"/>
        </dgm:presLayoutVars>
      </dgm:prSet>
      <dgm:spPr/>
    </dgm:pt>
    <dgm:pt modelId="{B033044E-8CD4-4612-9F6D-5A058DE8D6CD}" type="pres">
      <dgm:prSet presAssocID="{2D966943-9EC6-4804-82E7-95DE6C342177}" presName="Name56" presStyleLbl="parChTrans1D2" presStyleIdx="1" presStyleCnt="3"/>
      <dgm:spPr/>
    </dgm:pt>
    <dgm:pt modelId="{D266BB23-ECA5-40CB-9A46-883BC36E0ACC}" type="pres">
      <dgm:prSet presAssocID="{8A920F1D-6D4E-4F3E-A448-78E9E9A159B0}" presName="text0" presStyleLbl="node1" presStyleIdx="2" presStyleCnt="4" custScaleX="227180" custRadScaleRad="95510" custRadScaleInc="-9709">
        <dgm:presLayoutVars>
          <dgm:bulletEnabled val="1"/>
        </dgm:presLayoutVars>
      </dgm:prSet>
      <dgm:spPr/>
    </dgm:pt>
    <dgm:pt modelId="{CA7E67A7-8F84-4683-8C68-5F87D89F2462}" type="pres">
      <dgm:prSet presAssocID="{CBB4CB41-0B72-4B1C-A531-5447C8EAC282}" presName="Name56" presStyleLbl="parChTrans1D2" presStyleIdx="2" presStyleCnt="3"/>
      <dgm:spPr/>
    </dgm:pt>
    <dgm:pt modelId="{72BB1166-3C37-4D55-80B5-1D690FF0BC45}" type="pres">
      <dgm:prSet presAssocID="{B9B9157D-D10F-4E00-94E8-F447F502E9A8}" presName="text0" presStyleLbl="node1" presStyleIdx="3" presStyleCnt="4" custScaleX="220054" custRadScaleRad="94432" custRadScaleInc="9514">
        <dgm:presLayoutVars>
          <dgm:bulletEnabled val="1"/>
        </dgm:presLayoutVars>
      </dgm:prSet>
      <dgm:spPr/>
    </dgm:pt>
  </dgm:ptLst>
  <dgm:cxnLst>
    <dgm:cxn modelId="{B4DAEF01-B4E9-4B09-9C05-35A7C364C72F}" type="presOf" srcId="{67723E9B-F251-4180-A8F9-542CDFA5FDEE}" destId="{0F980086-DC4E-4166-AA02-1E1037316408}" srcOrd="0" destOrd="0" presId="urn:microsoft.com/office/officeart/2008/layout/RadialCluster"/>
    <dgm:cxn modelId="{9577B203-4D73-4892-8DFB-B5F12EFDD9A8}" type="presOf" srcId="{2D966943-9EC6-4804-82E7-95DE6C342177}" destId="{B033044E-8CD4-4612-9F6D-5A058DE8D6CD}" srcOrd="0" destOrd="0" presId="urn:microsoft.com/office/officeart/2008/layout/RadialCluster"/>
    <dgm:cxn modelId="{993EC60E-25F0-48D4-B907-507544929D02}" srcId="{F6545389-F80C-4EEF-AA53-EAC994C8D10B}" destId="{8A920F1D-6D4E-4F3E-A448-78E9E9A159B0}" srcOrd="1" destOrd="0" parTransId="{2D966943-9EC6-4804-82E7-95DE6C342177}" sibTransId="{8D86163F-E6A5-4CE9-84EC-C9BB5293D691}"/>
    <dgm:cxn modelId="{7B681E10-1937-4D17-8321-2BA3D65BC63D}" type="presOf" srcId="{D9CEB7DF-D3CB-4461-AF66-EB82824104B0}" destId="{5921D547-E3BC-4C0C-93BB-5021FDB77AF0}" srcOrd="0" destOrd="0" presId="urn:microsoft.com/office/officeart/2008/layout/RadialCluster"/>
    <dgm:cxn modelId="{99DA4260-C17C-454F-ADAB-0584BDAAD54D}" type="presOf" srcId="{CBB4CB41-0B72-4B1C-A531-5447C8EAC282}" destId="{CA7E67A7-8F84-4683-8C68-5F87D89F2462}" srcOrd="0" destOrd="0" presId="urn:microsoft.com/office/officeart/2008/layout/RadialCluster"/>
    <dgm:cxn modelId="{FCA8A471-02B4-4550-BF32-E8E4FAAB844A}" srcId="{F6545389-F80C-4EEF-AA53-EAC994C8D10B}" destId="{B9B9157D-D10F-4E00-94E8-F447F502E9A8}" srcOrd="2" destOrd="0" parTransId="{CBB4CB41-0B72-4B1C-A531-5447C8EAC282}" sibTransId="{CCAB5346-F659-4265-B831-98AF310C7836}"/>
    <dgm:cxn modelId="{8A821B77-C8FB-4AB8-B071-0766800B4A25}" type="presOf" srcId="{B9B9157D-D10F-4E00-94E8-F447F502E9A8}" destId="{72BB1166-3C37-4D55-80B5-1D690FF0BC45}" srcOrd="0" destOrd="0" presId="urn:microsoft.com/office/officeart/2008/layout/RadialCluster"/>
    <dgm:cxn modelId="{4B92C388-9398-4865-93A4-57D918579D92}" type="presOf" srcId="{F6545389-F80C-4EEF-AA53-EAC994C8D10B}" destId="{B5CDF761-C9C5-4E84-851E-B162A8AA398C}" srcOrd="0" destOrd="0" presId="urn:microsoft.com/office/officeart/2008/layout/RadialCluster"/>
    <dgm:cxn modelId="{7EF6AAA0-24F4-4911-A410-4868F9CFCF1B}" srcId="{F6545389-F80C-4EEF-AA53-EAC994C8D10B}" destId="{D9CEB7DF-D3CB-4461-AF66-EB82824104B0}" srcOrd="0" destOrd="0" parTransId="{67723E9B-F251-4180-A8F9-542CDFA5FDEE}" sibTransId="{B8EC0C93-47C1-44D7-BE8F-B93BCA18F72C}"/>
    <dgm:cxn modelId="{26EAB8D0-7986-40EE-9D4C-FD07D0A9B1C4}" type="presOf" srcId="{308539F1-DE29-4873-B0A1-8094C341D3A8}" destId="{C50F50FC-0022-41F3-B578-825D110B9509}" srcOrd="0" destOrd="0" presId="urn:microsoft.com/office/officeart/2008/layout/RadialCluster"/>
    <dgm:cxn modelId="{5A1AFFE9-174E-49DC-8EEA-FC7AC1480A09}" type="presOf" srcId="{8A920F1D-6D4E-4F3E-A448-78E9E9A159B0}" destId="{D266BB23-ECA5-40CB-9A46-883BC36E0ACC}" srcOrd="0" destOrd="0" presId="urn:microsoft.com/office/officeart/2008/layout/RadialCluster"/>
    <dgm:cxn modelId="{88D1CCF6-9401-4CB0-9428-7695D0651982}" srcId="{308539F1-DE29-4873-B0A1-8094C341D3A8}" destId="{F6545389-F80C-4EEF-AA53-EAC994C8D10B}" srcOrd="0" destOrd="0" parTransId="{FD2FAE2B-2BD2-489C-B7A7-E274DDE09205}" sibTransId="{69DA49E0-30B4-447F-8414-EA073F11C352}"/>
    <dgm:cxn modelId="{648EE36F-FEEB-4546-B506-A09D08AB8857}" type="presParOf" srcId="{C50F50FC-0022-41F3-B578-825D110B9509}" destId="{52A0FAA4-83A5-4CF8-B1E0-2C628C9034BB}" srcOrd="0" destOrd="0" presId="urn:microsoft.com/office/officeart/2008/layout/RadialCluster"/>
    <dgm:cxn modelId="{720226D9-6040-4FF7-94D1-D83B25092F88}" type="presParOf" srcId="{52A0FAA4-83A5-4CF8-B1E0-2C628C9034BB}" destId="{B5CDF761-C9C5-4E84-851E-B162A8AA398C}" srcOrd="0" destOrd="0" presId="urn:microsoft.com/office/officeart/2008/layout/RadialCluster"/>
    <dgm:cxn modelId="{CB6F7706-225A-4C3D-A758-C104AB3B37A1}" type="presParOf" srcId="{52A0FAA4-83A5-4CF8-B1E0-2C628C9034BB}" destId="{0F980086-DC4E-4166-AA02-1E1037316408}" srcOrd="1" destOrd="0" presId="urn:microsoft.com/office/officeart/2008/layout/RadialCluster"/>
    <dgm:cxn modelId="{C7726741-C62E-46A8-8BFF-57E8532ECB72}" type="presParOf" srcId="{52A0FAA4-83A5-4CF8-B1E0-2C628C9034BB}" destId="{5921D547-E3BC-4C0C-93BB-5021FDB77AF0}" srcOrd="2" destOrd="0" presId="urn:microsoft.com/office/officeart/2008/layout/RadialCluster"/>
    <dgm:cxn modelId="{7A54826D-C75C-412F-B471-8F798C6F82E0}" type="presParOf" srcId="{52A0FAA4-83A5-4CF8-B1E0-2C628C9034BB}" destId="{B033044E-8CD4-4612-9F6D-5A058DE8D6CD}" srcOrd="3" destOrd="0" presId="urn:microsoft.com/office/officeart/2008/layout/RadialCluster"/>
    <dgm:cxn modelId="{38C590DD-35C3-428B-A3D4-8C0431A4081C}" type="presParOf" srcId="{52A0FAA4-83A5-4CF8-B1E0-2C628C9034BB}" destId="{D266BB23-ECA5-40CB-9A46-883BC36E0ACC}" srcOrd="4" destOrd="0" presId="urn:microsoft.com/office/officeart/2008/layout/RadialCluster"/>
    <dgm:cxn modelId="{4A313CAC-4BB6-458B-9DC4-7D785EE8AAC6}" type="presParOf" srcId="{52A0FAA4-83A5-4CF8-B1E0-2C628C9034BB}" destId="{CA7E67A7-8F84-4683-8C68-5F87D89F2462}" srcOrd="5" destOrd="0" presId="urn:microsoft.com/office/officeart/2008/layout/RadialCluster"/>
    <dgm:cxn modelId="{24C5E0FF-4956-4570-8B8D-42EC7E289B1C}" type="presParOf" srcId="{52A0FAA4-83A5-4CF8-B1E0-2C628C9034BB}" destId="{72BB1166-3C37-4D55-80B5-1D690FF0BC45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EAFBD1-A0B4-4E6D-8430-7960C5802F0C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656F44C-CDFE-41A6-A169-6DE441609DF2}">
      <dgm:prSet phldrT="[Text]"/>
      <dgm:spPr/>
      <dgm:t>
        <a:bodyPr/>
        <a:lstStyle/>
        <a:p>
          <a:r>
            <a:rPr lang="fa-IR" dirty="0"/>
            <a:t>انواع یادگیری ماشین</a:t>
          </a:r>
          <a:endParaRPr lang="en-GB" dirty="0"/>
        </a:p>
      </dgm:t>
    </dgm:pt>
    <dgm:pt modelId="{87D1906F-DB84-4BF6-8EB4-68226A4EE886}" type="parTrans" cxnId="{AA26C440-5933-42FC-83E6-18E57ABA2181}">
      <dgm:prSet/>
      <dgm:spPr/>
      <dgm:t>
        <a:bodyPr/>
        <a:lstStyle/>
        <a:p>
          <a:endParaRPr lang="en-GB"/>
        </a:p>
      </dgm:t>
    </dgm:pt>
    <dgm:pt modelId="{586E2C0E-204D-447C-AED9-222CFDD41757}" type="sibTrans" cxnId="{AA26C440-5933-42FC-83E6-18E57ABA2181}">
      <dgm:prSet/>
      <dgm:spPr/>
      <dgm:t>
        <a:bodyPr/>
        <a:lstStyle/>
        <a:p>
          <a:endParaRPr lang="en-GB"/>
        </a:p>
      </dgm:t>
    </dgm:pt>
    <dgm:pt modelId="{2297A6E7-B888-4636-A4B3-26E894F1B0F0}">
      <dgm:prSet phldrT="[Text]"/>
      <dgm:spPr/>
      <dgm:t>
        <a:bodyPr/>
        <a:lstStyle/>
        <a:p>
          <a:r>
            <a:rPr lang="ar-SA" dirty="0"/>
            <a:t>یادگیری تقویتی</a:t>
          </a:r>
          <a:endParaRPr lang="fa-IR" dirty="0"/>
        </a:p>
        <a:p>
          <a:r>
            <a:rPr lang="en-GB" dirty="0"/>
            <a:t>(Reinforcement Learning)</a:t>
          </a:r>
        </a:p>
      </dgm:t>
    </dgm:pt>
    <dgm:pt modelId="{A26A3491-A7C4-4E9E-91DF-ED4CB4DD431E}" type="parTrans" cxnId="{283C3726-0EB9-48A9-8888-83812E37A749}">
      <dgm:prSet/>
      <dgm:spPr/>
      <dgm:t>
        <a:bodyPr/>
        <a:lstStyle/>
        <a:p>
          <a:endParaRPr lang="en-GB"/>
        </a:p>
      </dgm:t>
    </dgm:pt>
    <dgm:pt modelId="{72675987-4D08-46E9-94C3-8EF608201CEF}" type="sibTrans" cxnId="{283C3726-0EB9-48A9-8888-83812E37A749}">
      <dgm:prSet/>
      <dgm:spPr/>
      <dgm:t>
        <a:bodyPr/>
        <a:lstStyle/>
        <a:p>
          <a:endParaRPr lang="en-GB"/>
        </a:p>
      </dgm:t>
    </dgm:pt>
    <dgm:pt modelId="{DB4442E2-D2DA-4868-A0CC-8FCB23BBBD7D}">
      <dgm:prSet phldrT="[Text]"/>
      <dgm:spPr/>
      <dgm:t>
        <a:bodyPr/>
        <a:lstStyle/>
        <a:p>
          <a:r>
            <a:rPr lang="ar-SA" dirty="0"/>
            <a:t>یادگیری بدون نظارت</a:t>
          </a:r>
          <a:endParaRPr lang="fa-IR" dirty="0"/>
        </a:p>
        <a:p>
          <a:r>
            <a:rPr lang="en-GB" dirty="0"/>
            <a:t>(Unsupervised Learning)</a:t>
          </a:r>
        </a:p>
      </dgm:t>
    </dgm:pt>
    <dgm:pt modelId="{BB800584-B360-43AE-B857-BBDF37DC89E7}" type="parTrans" cxnId="{08F0BBEF-6BF0-4E2D-AD39-59E3BC0CDD25}">
      <dgm:prSet/>
      <dgm:spPr/>
      <dgm:t>
        <a:bodyPr/>
        <a:lstStyle/>
        <a:p>
          <a:endParaRPr lang="en-GB"/>
        </a:p>
      </dgm:t>
    </dgm:pt>
    <dgm:pt modelId="{BD38FDE1-9B7C-4B56-882C-7EBDD949B771}" type="sibTrans" cxnId="{08F0BBEF-6BF0-4E2D-AD39-59E3BC0CDD25}">
      <dgm:prSet/>
      <dgm:spPr/>
      <dgm:t>
        <a:bodyPr/>
        <a:lstStyle/>
        <a:p>
          <a:endParaRPr lang="en-GB"/>
        </a:p>
      </dgm:t>
    </dgm:pt>
    <dgm:pt modelId="{71879F11-D5F6-4C80-A32F-F876CCBC9991}">
      <dgm:prSet phldrT="[Text]"/>
      <dgm:spPr/>
      <dgm:t>
        <a:bodyPr/>
        <a:lstStyle/>
        <a:p>
          <a:r>
            <a:rPr lang="ar-SA" dirty="0"/>
            <a:t>یادگیری نظارت‌شده</a:t>
          </a:r>
          <a:endParaRPr lang="en-US" dirty="0"/>
        </a:p>
        <a:p>
          <a:r>
            <a:rPr lang="en-GB" dirty="0"/>
            <a:t>(Supervised Learning)</a:t>
          </a:r>
        </a:p>
      </dgm:t>
    </dgm:pt>
    <dgm:pt modelId="{02ECD890-D13D-4E18-A9F6-B10738FB279A}" type="parTrans" cxnId="{9CE7505C-D811-47AC-946A-AF78C708DDE8}">
      <dgm:prSet/>
      <dgm:spPr/>
      <dgm:t>
        <a:bodyPr/>
        <a:lstStyle/>
        <a:p>
          <a:endParaRPr lang="en-GB"/>
        </a:p>
      </dgm:t>
    </dgm:pt>
    <dgm:pt modelId="{2082DA77-022F-4255-831E-F0EFF15864D2}" type="sibTrans" cxnId="{9CE7505C-D811-47AC-946A-AF78C708DDE8}">
      <dgm:prSet/>
      <dgm:spPr/>
      <dgm:t>
        <a:bodyPr/>
        <a:lstStyle/>
        <a:p>
          <a:endParaRPr lang="en-GB"/>
        </a:p>
      </dgm:t>
    </dgm:pt>
    <dgm:pt modelId="{99CA7F13-3C4F-4366-8D24-314762DF12D0}" type="asst">
      <dgm:prSet phldrT="[Text]"/>
      <dgm:spPr/>
      <dgm:t>
        <a:bodyPr/>
        <a:lstStyle/>
        <a:p>
          <a:r>
            <a:rPr lang="fa-IR" dirty="0"/>
            <a:t>شامل سه روش کلی</a:t>
          </a:r>
          <a:endParaRPr lang="en-GB" dirty="0"/>
        </a:p>
      </dgm:t>
    </dgm:pt>
    <dgm:pt modelId="{61FEF025-419F-4E30-804A-9DB8F5C3AABD}" type="sibTrans" cxnId="{681C230D-8585-48E7-98A2-F84914FDAABD}">
      <dgm:prSet/>
      <dgm:spPr/>
      <dgm:t>
        <a:bodyPr/>
        <a:lstStyle/>
        <a:p>
          <a:endParaRPr lang="en-GB"/>
        </a:p>
      </dgm:t>
    </dgm:pt>
    <dgm:pt modelId="{19F95BDB-6404-4B5D-A6D0-BE4C3CE09261}" type="parTrans" cxnId="{681C230D-8585-48E7-98A2-F84914FDAABD}">
      <dgm:prSet/>
      <dgm:spPr/>
      <dgm:t>
        <a:bodyPr/>
        <a:lstStyle/>
        <a:p>
          <a:endParaRPr lang="en-GB"/>
        </a:p>
      </dgm:t>
    </dgm:pt>
    <dgm:pt modelId="{AC5820FC-A5B7-4DA0-89CC-907C738214B7}" type="pres">
      <dgm:prSet presAssocID="{86EAFBD1-A0B4-4E6D-8430-7960C5802F0C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38118A8-7E86-482E-89DF-93B60411DD0C}" type="pres">
      <dgm:prSet presAssocID="{F656F44C-CDFE-41A6-A169-6DE441609DF2}" presName="hierRoot1" presStyleCnt="0">
        <dgm:presLayoutVars>
          <dgm:hierBranch val="init"/>
        </dgm:presLayoutVars>
      </dgm:prSet>
      <dgm:spPr/>
    </dgm:pt>
    <dgm:pt modelId="{18D74DE8-28DC-4757-9881-DEFCC937CFCD}" type="pres">
      <dgm:prSet presAssocID="{F656F44C-CDFE-41A6-A169-6DE441609DF2}" presName="rootComposite1" presStyleCnt="0"/>
      <dgm:spPr/>
    </dgm:pt>
    <dgm:pt modelId="{616267E6-21B1-474D-AB65-0BDDA0269CA5}" type="pres">
      <dgm:prSet presAssocID="{F656F44C-CDFE-41A6-A169-6DE441609DF2}" presName="rootText1" presStyleLbl="alignAcc1" presStyleIdx="0" presStyleCnt="0">
        <dgm:presLayoutVars>
          <dgm:chPref val="3"/>
        </dgm:presLayoutVars>
      </dgm:prSet>
      <dgm:spPr/>
    </dgm:pt>
    <dgm:pt modelId="{D40BCAE7-BBF7-4544-90B6-5FB87D91AA0B}" type="pres">
      <dgm:prSet presAssocID="{F656F44C-CDFE-41A6-A169-6DE441609DF2}" presName="topArc1" presStyleLbl="parChTrans1D1" presStyleIdx="0" presStyleCnt="10"/>
      <dgm:spPr/>
    </dgm:pt>
    <dgm:pt modelId="{FEB7EE38-4DEA-4F04-9677-31B0A3E73E40}" type="pres">
      <dgm:prSet presAssocID="{F656F44C-CDFE-41A6-A169-6DE441609DF2}" presName="bottomArc1" presStyleLbl="parChTrans1D1" presStyleIdx="1" presStyleCnt="10"/>
      <dgm:spPr/>
    </dgm:pt>
    <dgm:pt modelId="{21B6BD0F-F1E2-4385-973D-609A705C075D}" type="pres">
      <dgm:prSet presAssocID="{F656F44C-CDFE-41A6-A169-6DE441609DF2}" presName="topConnNode1" presStyleLbl="node1" presStyleIdx="0" presStyleCnt="0"/>
      <dgm:spPr/>
    </dgm:pt>
    <dgm:pt modelId="{3CB36AE0-CDA7-42F6-8844-72D265346A63}" type="pres">
      <dgm:prSet presAssocID="{F656F44C-CDFE-41A6-A169-6DE441609DF2}" presName="hierChild2" presStyleCnt="0"/>
      <dgm:spPr/>
    </dgm:pt>
    <dgm:pt modelId="{CE89021A-9EFB-447A-B15B-AFADEE245236}" type="pres">
      <dgm:prSet presAssocID="{A26A3491-A7C4-4E9E-91DF-ED4CB4DD431E}" presName="Name28" presStyleLbl="parChTrans1D2" presStyleIdx="0" presStyleCnt="4"/>
      <dgm:spPr/>
    </dgm:pt>
    <dgm:pt modelId="{797AC1C1-8CF6-4645-8AFB-7BD5FB5D8E21}" type="pres">
      <dgm:prSet presAssocID="{2297A6E7-B888-4636-A4B3-26E894F1B0F0}" presName="hierRoot2" presStyleCnt="0">
        <dgm:presLayoutVars>
          <dgm:hierBranch val="init"/>
        </dgm:presLayoutVars>
      </dgm:prSet>
      <dgm:spPr/>
    </dgm:pt>
    <dgm:pt modelId="{C33799B3-CD9B-40A5-BA12-31F5F3096C26}" type="pres">
      <dgm:prSet presAssocID="{2297A6E7-B888-4636-A4B3-26E894F1B0F0}" presName="rootComposite2" presStyleCnt="0"/>
      <dgm:spPr/>
    </dgm:pt>
    <dgm:pt modelId="{C793EA10-76C7-4B27-A35D-27B0C98B59F6}" type="pres">
      <dgm:prSet presAssocID="{2297A6E7-B888-4636-A4B3-26E894F1B0F0}" presName="rootText2" presStyleLbl="alignAcc1" presStyleIdx="0" presStyleCnt="0">
        <dgm:presLayoutVars>
          <dgm:chPref val="3"/>
        </dgm:presLayoutVars>
      </dgm:prSet>
      <dgm:spPr/>
    </dgm:pt>
    <dgm:pt modelId="{69BF9C42-D2BC-444C-B7CF-77FEE6212612}" type="pres">
      <dgm:prSet presAssocID="{2297A6E7-B888-4636-A4B3-26E894F1B0F0}" presName="topArc2" presStyleLbl="parChTrans1D1" presStyleIdx="2" presStyleCnt="10"/>
      <dgm:spPr/>
    </dgm:pt>
    <dgm:pt modelId="{78ECADA3-E170-4E67-AB98-D7D5A2957337}" type="pres">
      <dgm:prSet presAssocID="{2297A6E7-B888-4636-A4B3-26E894F1B0F0}" presName="bottomArc2" presStyleLbl="parChTrans1D1" presStyleIdx="3" presStyleCnt="10"/>
      <dgm:spPr/>
    </dgm:pt>
    <dgm:pt modelId="{E3297F04-8B37-4CF9-A05A-C944842C3007}" type="pres">
      <dgm:prSet presAssocID="{2297A6E7-B888-4636-A4B3-26E894F1B0F0}" presName="topConnNode2" presStyleLbl="node2" presStyleIdx="0" presStyleCnt="0"/>
      <dgm:spPr/>
    </dgm:pt>
    <dgm:pt modelId="{450F9A1A-9DA3-43BA-B1F3-449DF3A86187}" type="pres">
      <dgm:prSet presAssocID="{2297A6E7-B888-4636-A4B3-26E894F1B0F0}" presName="hierChild4" presStyleCnt="0"/>
      <dgm:spPr/>
    </dgm:pt>
    <dgm:pt modelId="{BB469EF6-A053-4826-AA3D-42A17DD75EB2}" type="pres">
      <dgm:prSet presAssocID="{2297A6E7-B888-4636-A4B3-26E894F1B0F0}" presName="hierChild5" presStyleCnt="0"/>
      <dgm:spPr/>
    </dgm:pt>
    <dgm:pt modelId="{8D27A11F-C918-497C-B8A5-8C5A24EF2D44}" type="pres">
      <dgm:prSet presAssocID="{BB800584-B360-43AE-B857-BBDF37DC89E7}" presName="Name28" presStyleLbl="parChTrans1D2" presStyleIdx="1" presStyleCnt="4"/>
      <dgm:spPr/>
    </dgm:pt>
    <dgm:pt modelId="{2D460910-2013-4EE8-9D7D-2ADC7705A13E}" type="pres">
      <dgm:prSet presAssocID="{DB4442E2-D2DA-4868-A0CC-8FCB23BBBD7D}" presName="hierRoot2" presStyleCnt="0">
        <dgm:presLayoutVars>
          <dgm:hierBranch val="init"/>
        </dgm:presLayoutVars>
      </dgm:prSet>
      <dgm:spPr/>
    </dgm:pt>
    <dgm:pt modelId="{231B8672-76B1-41F4-98D9-7DBF11F4D520}" type="pres">
      <dgm:prSet presAssocID="{DB4442E2-D2DA-4868-A0CC-8FCB23BBBD7D}" presName="rootComposite2" presStyleCnt="0"/>
      <dgm:spPr/>
    </dgm:pt>
    <dgm:pt modelId="{F0BDD0FC-7B82-4B52-A20B-702F7A5BE4DB}" type="pres">
      <dgm:prSet presAssocID="{DB4442E2-D2DA-4868-A0CC-8FCB23BBBD7D}" presName="rootText2" presStyleLbl="alignAcc1" presStyleIdx="0" presStyleCnt="0">
        <dgm:presLayoutVars>
          <dgm:chPref val="3"/>
        </dgm:presLayoutVars>
      </dgm:prSet>
      <dgm:spPr/>
    </dgm:pt>
    <dgm:pt modelId="{ADD13473-86CC-4F75-BB44-5EEFDC7CBE14}" type="pres">
      <dgm:prSet presAssocID="{DB4442E2-D2DA-4868-A0CC-8FCB23BBBD7D}" presName="topArc2" presStyleLbl="parChTrans1D1" presStyleIdx="4" presStyleCnt="10"/>
      <dgm:spPr/>
    </dgm:pt>
    <dgm:pt modelId="{BDD38582-E497-40B9-B685-BC29D278F8FD}" type="pres">
      <dgm:prSet presAssocID="{DB4442E2-D2DA-4868-A0CC-8FCB23BBBD7D}" presName="bottomArc2" presStyleLbl="parChTrans1D1" presStyleIdx="5" presStyleCnt="10"/>
      <dgm:spPr/>
    </dgm:pt>
    <dgm:pt modelId="{6E2E08C5-59BF-4E1C-9FFB-B31A38B7E49B}" type="pres">
      <dgm:prSet presAssocID="{DB4442E2-D2DA-4868-A0CC-8FCB23BBBD7D}" presName="topConnNode2" presStyleLbl="node2" presStyleIdx="0" presStyleCnt="0"/>
      <dgm:spPr/>
    </dgm:pt>
    <dgm:pt modelId="{77B414C9-1F0A-4190-B4C6-89EAA7E90D77}" type="pres">
      <dgm:prSet presAssocID="{DB4442E2-D2DA-4868-A0CC-8FCB23BBBD7D}" presName="hierChild4" presStyleCnt="0"/>
      <dgm:spPr/>
    </dgm:pt>
    <dgm:pt modelId="{BE5DF1FE-1110-4AAD-823B-18D875F94D80}" type="pres">
      <dgm:prSet presAssocID="{DB4442E2-D2DA-4868-A0CC-8FCB23BBBD7D}" presName="hierChild5" presStyleCnt="0"/>
      <dgm:spPr/>
    </dgm:pt>
    <dgm:pt modelId="{5B7D6D3A-B622-4954-A5FC-E987288EA825}" type="pres">
      <dgm:prSet presAssocID="{02ECD890-D13D-4E18-A9F6-B10738FB279A}" presName="Name28" presStyleLbl="parChTrans1D2" presStyleIdx="2" presStyleCnt="4"/>
      <dgm:spPr/>
    </dgm:pt>
    <dgm:pt modelId="{43A8CC2E-2A8C-4E67-8CCC-5D3F0A016314}" type="pres">
      <dgm:prSet presAssocID="{71879F11-D5F6-4C80-A32F-F876CCBC9991}" presName="hierRoot2" presStyleCnt="0">
        <dgm:presLayoutVars>
          <dgm:hierBranch val="init"/>
        </dgm:presLayoutVars>
      </dgm:prSet>
      <dgm:spPr/>
    </dgm:pt>
    <dgm:pt modelId="{E21165CB-D71D-4730-9230-9B146559688E}" type="pres">
      <dgm:prSet presAssocID="{71879F11-D5F6-4C80-A32F-F876CCBC9991}" presName="rootComposite2" presStyleCnt="0"/>
      <dgm:spPr/>
    </dgm:pt>
    <dgm:pt modelId="{E3EE70E5-2646-431A-B65B-D5D023DE6EC8}" type="pres">
      <dgm:prSet presAssocID="{71879F11-D5F6-4C80-A32F-F876CCBC9991}" presName="rootText2" presStyleLbl="alignAcc1" presStyleIdx="0" presStyleCnt="0">
        <dgm:presLayoutVars>
          <dgm:chPref val="3"/>
        </dgm:presLayoutVars>
      </dgm:prSet>
      <dgm:spPr/>
    </dgm:pt>
    <dgm:pt modelId="{4A0D0AEB-8AC8-4B3A-81DF-65B1A9233999}" type="pres">
      <dgm:prSet presAssocID="{71879F11-D5F6-4C80-A32F-F876CCBC9991}" presName="topArc2" presStyleLbl="parChTrans1D1" presStyleIdx="6" presStyleCnt="10"/>
      <dgm:spPr/>
    </dgm:pt>
    <dgm:pt modelId="{0DCD9DD6-FAC6-4F55-9B0F-6C054E72644E}" type="pres">
      <dgm:prSet presAssocID="{71879F11-D5F6-4C80-A32F-F876CCBC9991}" presName="bottomArc2" presStyleLbl="parChTrans1D1" presStyleIdx="7" presStyleCnt="10"/>
      <dgm:spPr/>
    </dgm:pt>
    <dgm:pt modelId="{E5F5A9BD-7C3C-42D0-BDDA-476507DEC4B0}" type="pres">
      <dgm:prSet presAssocID="{71879F11-D5F6-4C80-A32F-F876CCBC9991}" presName="topConnNode2" presStyleLbl="node2" presStyleIdx="0" presStyleCnt="0"/>
      <dgm:spPr/>
    </dgm:pt>
    <dgm:pt modelId="{B056E183-C519-4C60-AFBE-A9C855F43747}" type="pres">
      <dgm:prSet presAssocID="{71879F11-D5F6-4C80-A32F-F876CCBC9991}" presName="hierChild4" presStyleCnt="0"/>
      <dgm:spPr/>
    </dgm:pt>
    <dgm:pt modelId="{39E56805-E17E-404A-BF6A-EE57151B9A5D}" type="pres">
      <dgm:prSet presAssocID="{71879F11-D5F6-4C80-A32F-F876CCBC9991}" presName="hierChild5" presStyleCnt="0"/>
      <dgm:spPr/>
    </dgm:pt>
    <dgm:pt modelId="{ECC4FE04-3664-47B4-B2EB-21C916CB7A4D}" type="pres">
      <dgm:prSet presAssocID="{F656F44C-CDFE-41A6-A169-6DE441609DF2}" presName="hierChild3" presStyleCnt="0"/>
      <dgm:spPr/>
    </dgm:pt>
    <dgm:pt modelId="{9982AC93-2824-44F9-B690-2075FEF10484}" type="pres">
      <dgm:prSet presAssocID="{19F95BDB-6404-4B5D-A6D0-BE4C3CE09261}" presName="Name101" presStyleLbl="parChTrans1D2" presStyleIdx="3" presStyleCnt="4"/>
      <dgm:spPr/>
    </dgm:pt>
    <dgm:pt modelId="{DA9AFA52-0461-40D9-B79C-CC50E4F57784}" type="pres">
      <dgm:prSet presAssocID="{99CA7F13-3C4F-4366-8D24-314762DF12D0}" presName="hierRoot3" presStyleCnt="0">
        <dgm:presLayoutVars>
          <dgm:hierBranch val="init"/>
        </dgm:presLayoutVars>
      </dgm:prSet>
      <dgm:spPr/>
    </dgm:pt>
    <dgm:pt modelId="{62A520F0-2117-43E3-BA2A-B7E68221214F}" type="pres">
      <dgm:prSet presAssocID="{99CA7F13-3C4F-4366-8D24-314762DF12D0}" presName="rootComposite3" presStyleCnt="0"/>
      <dgm:spPr/>
    </dgm:pt>
    <dgm:pt modelId="{2BFA83A1-36FC-4FAA-B1C9-807709B08AF9}" type="pres">
      <dgm:prSet presAssocID="{99CA7F13-3C4F-4366-8D24-314762DF12D0}" presName="rootText3" presStyleLbl="alignAcc1" presStyleIdx="0" presStyleCnt="0" custLinFactNeighborX="-251">
        <dgm:presLayoutVars>
          <dgm:chPref val="3"/>
        </dgm:presLayoutVars>
      </dgm:prSet>
      <dgm:spPr/>
    </dgm:pt>
    <dgm:pt modelId="{DBF0DBC3-8760-4BA1-B938-62FA4559144C}" type="pres">
      <dgm:prSet presAssocID="{99CA7F13-3C4F-4366-8D24-314762DF12D0}" presName="topArc3" presStyleLbl="parChTrans1D1" presStyleIdx="8" presStyleCnt="10"/>
      <dgm:spPr/>
    </dgm:pt>
    <dgm:pt modelId="{73662B24-9EBA-4637-8A9D-0D3107F546F9}" type="pres">
      <dgm:prSet presAssocID="{99CA7F13-3C4F-4366-8D24-314762DF12D0}" presName="bottomArc3" presStyleLbl="parChTrans1D1" presStyleIdx="9" presStyleCnt="10"/>
      <dgm:spPr/>
    </dgm:pt>
    <dgm:pt modelId="{ABE8A23A-6BC5-4ABC-B806-F5A70C2DBA7B}" type="pres">
      <dgm:prSet presAssocID="{99CA7F13-3C4F-4366-8D24-314762DF12D0}" presName="topConnNode3" presStyleLbl="asst1" presStyleIdx="0" presStyleCnt="0"/>
      <dgm:spPr/>
    </dgm:pt>
    <dgm:pt modelId="{EB45F55D-E384-4956-926D-4B93CE1E44FB}" type="pres">
      <dgm:prSet presAssocID="{99CA7F13-3C4F-4366-8D24-314762DF12D0}" presName="hierChild6" presStyleCnt="0"/>
      <dgm:spPr/>
    </dgm:pt>
    <dgm:pt modelId="{A52EDDCA-D3B9-4CFC-A19F-EF969B2F2FC9}" type="pres">
      <dgm:prSet presAssocID="{99CA7F13-3C4F-4366-8D24-314762DF12D0}" presName="hierChild7" presStyleCnt="0"/>
      <dgm:spPr/>
    </dgm:pt>
  </dgm:ptLst>
  <dgm:cxnLst>
    <dgm:cxn modelId="{3B121002-A248-4F93-AB29-4441BDEF99C0}" type="presOf" srcId="{02ECD890-D13D-4E18-A9F6-B10738FB279A}" destId="{5B7D6D3A-B622-4954-A5FC-E987288EA825}" srcOrd="0" destOrd="0" presId="urn:microsoft.com/office/officeart/2008/layout/HalfCircleOrganizationChart"/>
    <dgm:cxn modelId="{373C9708-D5A0-4A92-A1A4-58340F7C5661}" type="presOf" srcId="{99CA7F13-3C4F-4366-8D24-314762DF12D0}" destId="{ABE8A23A-6BC5-4ABC-B806-F5A70C2DBA7B}" srcOrd="1" destOrd="0" presId="urn:microsoft.com/office/officeart/2008/layout/HalfCircleOrganizationChart"/>
    <dgm:cxn modelId="{3C8B620B-74C2-404E-BB41-2CB6DF6740A2}" type="presOf" srcId="{19F95BDB-6404-4B5D-A6D0-BE4C3CE09261}" destId="{9982AC93-2824-44F9-B690-2075FEF10484}" srcOrd="0" destOrd="0" presId="urn:microsoft.com/office/officeart/2008/layout/HalfCircleOrganizationChart"/>
    <dgm:cxn modelId="{681C230D-8585-48E7-98A2-F84914FDAABD}" srcId="{F656F44C-CDFE-41A6-A169-6DE441609DF2}" destId="{99CA7F13-3C4F-4366-8D24-314762DF12D0}" srcOrd="0" destOrd="0" parTransId="{19F95BDB-6404-4B5D-A6D0-BE4C3CE09261}" sibTransId="{61FEF025-419F-4E30-804A-9DB8F5C3AABD}"/>
    <dgm:cxn modelId="{C73CEA10-8985-4CF4-BFA9-B7CF277080D1}" type="presOf" srcId="{DB4442E2-D2DA-4868-A0CC-8FCB23BBBD7D}" destId="{F0BDD0FC-7B82-4B52-A20B-702F7A5BE4DB}" srcOrd="0" destOrd="0" presId="urn:microsoft.com/office/officeart/2008/layout/HalfCircleOrganizationChart"/>
    <dgm:cxn modelId="{283C3726-0EB9-48A9-8888-83812E37A749}" srcId="{F656F44C-CDFE-41A6-A169-6DE441609DF2}" destId="{2297A6E7-B888-4636-A4B3-26E894F1B0F0}" srcOrd="1" destOrd="0" parTransId="{A26A3491-A7C4-4E9E-91DF-ED4CB4DD431E}" sibTransId="{72675987-4D08-46E9-94C3-8EF608201CEF}"/>
    <dgm:cxn modelId="{4A475F32-CE18-4024-B3EC-1539E8A7823A}" type="presOf" srcId="{99CA7F13-3C4F-4366-8D24-314762DF12D0}" destId="{2BFA83A1-36FC-4FAA-B1C9-807709B08AF9}" srcOrd="0" destOrd="0" presId="urn:microsoft.com/office/officeart/2008/layout/HalfCircleOrganizationChart"/>
    <dgm:cxn modelId="{B0913B34-0855-4265-AA5A-F5DA972C5CB7}" type="presOf" srcId="{F656F44C-CDFE-41A6-A169-6DE441609DF2}" destId="{616267E6-21B1-474D-AB65-0BDDA0269CA5}" srcOrd="0" destOrd="0" presId="urn:microsoft.com/office/officeart/2008/layout/HalfCircleOrganizationChart"/>
    <dgm:cxn modelId="{27276235-3076-43AB-80CA-9F250BA4D17C}" type="presOf" srcId="{F656F44C-CDFE-41A6-A169-6DE441609DF2}" destId="{21B6BD0F-F1E2-4385-973D-609A705C075D}" srcOrd="1" destOrd="0" presId="urn:microsoft.com/office/officeart/2008/layout/HalfCircleOrganizationChart"/>
    <dgm:cxn modelId="{AA26C440-5933-42FC-83E6-18E57ABA2181}" srcId="{86EAFBD1-A0B4-4E6D-8430-7960C5802F0C}" destId="{F656F44C-CDFE-41A6-A169-6DE441609DF2}" srcOrd="0" destOrd="0" parTransId="{87D1906F-DB84-4BF6-8EB4-68226A4EE886}" sibTransId="{586E2C0E-204D-447C-AED9-222CFDD41757}"/>
    <dgm:cxn modelId="{9CE7505C-D811-47AC-946A-AF78C708DDE8}" srcId="{F656F44C-CDFE-41A6-A169-6DE441609DF2}" destId="{71879F11-D5F6-4C80-A32F-F876CCBC9991}" srcOrd="3" destOrd="0" parTransId="{02ECD890-D13D-4E18-A9F6-B10738FB279A}" sibTransId="{2082DA77-022F-4255-831E-F0EFF15864D2}"/>
    <dgm:cxn modelId="{0A65846B-210D-40C5-8F38-11DCEC47902D}" type="presOf" srcId="{86EAFBD1-A0B4-4E6D-8430-7960C5802F0C}" destId="{AC5820FC-A5B7-4DA0-89CC-907C738214B7}" srcOrd="0" destOrd="0" presId="urn:microsoft.com/office/officeart/2008/layout/HalfCircleOrganizationChart"/>
    <dgm:cxn modelId="{B32C3398-80B9-4FDB-8C5F-F1D07F10BA09}" type="presOf" srcId="{71879F11-D5F6-4C80-A32F-F876CCBC9991}" destId="{E5F5A9BD-7C3C-42D0-BDDA-476507DEC4B0}" srcOrd="1" destOrd="0" presId="urn:microsoft.com/office/officeart/2008/layout/HalfCircleOrganizationChart"/>
    <dgm:cxn modelId="{6AC31F9C-2228-4629-B550-299244AB2C98}" type="presOf" srcId="{2297A6E7-B888-4636-A4B3-26E894F1B0F0}" destId="{C793EA10-76C7-4B27-A35D-27B0C98B59F6}" srcOrd="0" destOrd="0" presId="urn:microsoft.com/office/officeart/2008/layout/HalfCircleOrganizationChart"/>
    <dgm:cxn modelId="{972C80A4-3A6F-4F9C-BD09-2B5C26C74CBF}" type="presOf" srcId="{A26A3491-A7C4-4E9E-91DF-ED4CB4DD431E}" destId="{CE89021A-9EFB-447A-B15B-AFADEE245236}" srcOrd="0" destOrd="0" presId="urn:microsoft.com/office/officeart/2008/layout/HalfCircleOrganizationChart"/>
    <dgm:cxn modelId="{8BBDE7AF-9AB5-4020-B1CB-F09DEADFAFC3}" type="presOf" srcId="{BB800584-B360-43AE-B857-BBDF37DC89E7}" destId="{8D27A11F-C918-497C-B8A5-8C5A24EF2D44}" srcOrd="0" destOrd="0" presId="urn:microsoft.com/office/officeart/2008/layout/HalfCircleOrganizationChart"/>
    <dgm:cxn modelId="{CB5A6FBD-0D65-4E8E-B23A-640BFECCAFA9}" type="presOf" srcId="{DB4442E2-D2DA-4868-A0CC-8FCB23BBBD7D}" destId="{6E2E08C5-59BF-4E1C-9FFB-B31A38B7E49B}" srcOrd="1" destOrd="0" presId="urn:microsoft.com/office/officeart/2008/layout/HalfCircleOrganizationChart"/>
    <dgm:cxn modelId="{ED6373BF-2313-4EB3-91D4-DE77D55D1AFA}" type="presOf" srcId="{71879F11-D5F6-4C80-A32F-F876CCBC9991}" destId="{E3EE70E5-2646-431A-B65B-D5D023DE6EC8}" srcOrd="0" destOrd="0" presId="urn:microsoft.com/office/officeart/2008/layout/HalfCircleOrganizationChart"/>
    <dgm:cxn modelId="{08F0BBEF-6BF0-4E2D-AD39-59E3BC0CDD25}" srcId="{F656F44C-CDFE-41A6-A169-6DE441609DF2}" destId="{DB4442E2-D2DA-4868-A0CC-8FCB23BBBD7D}" srcOrd="2" destOrd="0" parTransId="{BB800584-B360-43AE-B857-BBDF37DC89E7}" sibTransId="{BD38FDE1-9B7C-4B56-882C-7EBDD949B771}"/>
    <dgm:cxn modelId="{8121D3F1-DD3F-41C2-A280-29CDAA801797}" type="presOf" srcId="{2297A6E7-B888-4636-A4B3-26E894F1B0F0}" destId="{E3297F04-8B37-4CF9-A05A-C944842C3007}" srcOrd="1" destOrd="0" presId="urn:microsoft.com/office/officeart/2008/layout/HalfCircleOrganizationChart"/>
    <dgm:cxn modelId="{0D32A83E-ED97-4C3C-B31F-951807840199}" type="presParOf" srcId="{AC5820FC-A5B7-4DA0-89CC-907C738214B7}" destId="{538118A8-7E86-482E-89DF-93B60411DD0C}" srcOrd="0" destOrd="0" presId="urn:microsoft.com/office/officeart/2008/layout/HalfCircleOrganizationChart"/>
    <dgm:cxn modelId="{AD6EEA55-8574-432E-86E5-9EB7B02BE894}" type="presParOf" srcId="{538118A8-7E86-482E-89DF-93B60411DD0C}" destId="{18D74DE8-28DC-4757-9881-DEFCC937CFCD}" srcOrd="0" destOrd="0" presId="urn:microsoft.com/office/officeart/2008/layout/HalfCircleOrganizationChart"/>
    <dgm:cxn modelId="{F1461AC2-8683-4C62-BBEF-8B35111DEEA1}" type="presParOf" srcId="{18D74DE8-28DC-4757-9881-DEFCC937CFCD}" destId="{616267E6-21B1-474D-AB65-0BDDA0269CA5}" srcOrd="0" destOrd="0" presId="urn:microsoft.com/office/officeart/2008/layout/HalfCircleOrganizationChart"/>
    <dgm:cxn modelId="{C617B349-96EA-4BE1-BA51-7683937FA6DB}" type="presParOf" srcId="{18D74DE8-28DC-4757-9881-DEFCC937CFCD}" destId="{D40BCAE7-BBF7-4544-90B6-5FB87D91AA0B}" srcOrd="1" destOrd="0" presId="urn:microsoft.com/office/officeart/2008/layout/HalfCircleOrganizationChart"/>
    <dgm:cxn modelId="{2334FCF1-33C1-460D-B32F-FEB14CECB60F}" type="presParOf" srcId="{18D74DE8-28DC-4757-9881-DEFCC937CFCD}" destId="{FEB7EE38-4DEA-4F04-9677-31B0A3E73E40}" srcOrd="2" destOrd="0" presId="urn:microsoft.com/office/officeart/2008/layout/HalfCircleOrganizationChart"/>
    <dgm:cxn modelId="{CCA7CC2C-1B07-4627-B1E4-4301E7E01715}" type="presParOf" srcId="{18D74DE8-28DC-4757-9881-DEFCC937CFCD}" destId="{21B6BD0F-F1E2-4385-973D-609A705C075D}" srcOrd="3" destOrd="0" presId="urn:microsoft.com/office/officeart/2008/layout/HalfCircleOrganizationChart"/>
    <dgm:cxn modelId="{C34EB19D-A316-46CB-A060-DA6EA8444575}" type="presParOf" srcId="{538118A8-7E86-482E-89DF-93B60411DD0C}" destId="{3CB36AE0-CDA7-42F6-8844-72D265346A63}" srcOrd="1" destOrd="0" presId="urn:microsoft.com/office/officeart/2008/layout/HalfCircleOrganizationChart"/>
    <dgm:cxn modelId="{C4817347-7384-4314-89A3-9520BE97F0E4}" type="presParOf" srcId="{3CB36AE0-CDA7-42F6-8844-72D265346A63}" destId="{CE89021A-9EFB-447A-B15B-AFADEE245236}" srcOrd="0" destOrd="0" presId="urn:microsoft.com/office/officeart/2008/layout/HalfCircleOrganizationChart"/>
    <dgm:cxn modelId="{0DD47FAB-B31C-4CE8-8433-299A79699F3B}" type="presParOf" srcId="{3CB36AE0-CDA7-42F6-8844-72D265346A63}" destId="{797AC1C1-8CF6-4645-8AFB-7BD5FB5D8E21}" srcOrd="1" destOrd="0" presId="urn:microsoft.com/office/officeart/2008/layout/HalfCircleOrganizationChart"/>
    <dgm:cxn modelId="{C57F8D11-9B06-45C7-88B5-30CA40C031F6}" type="presParOf" srcId="{797AC1C1-8CF6-4645-8AFB-7BD5FB5D8E21}" destId="{C33799B3-CD9B-40A5-BA12-31F5F3096C26}" srcOrd="0" destOrd="0" presId="urn:microsoft.com/office/officeart/2008/layout/HalfCircleOrganizationChart"/>
    <dgm:cxn modelId="{BFF678F3-856A-4A92-BE56-2DDDD39CEB46}" type="presParOf" srcId="{C33799B3-CD9B-40A5-BA12-31F5F3096C26}" destId="{C793EA10-76C7-4B27-A35D-27B0C98B59F6}" srcOrd="0" destOrd="0" presId="urn:microsoft.com/office/officeart/2008/layout/HalfCircleOrganizationChart"/>
    <dgm:cxn modelId="{13843C01-32F9-44C6-8AA0-185295C9746F}" type="presParOf" srcId="{C33799B3-CD9B-40A5-BA12-31F5F3096C26}" destId="{69BF9C42-D2BC-444C-B7CF-77FEE6212612}" srcOrd="1" destOrd="0" presId="urn:microsoft.com/office/officeart/2008/layout/HalfCircleOrganizationChart"/>
    <dgm:cxn modelId="{253866E0-A3B2-4E34-A898-AB9BDD5B374A}" type="presParOf" srcId="{C33799B3-CD9B-40A5-BA12-31F5F3096C26}" destId="{78ECADA3-E170-4E67-AB98-D7D5A2957337}" srcOrd="2" destOrd="0" presId="urn:microsoft.com/office/officeart/2008/layout/HalfCircleOrganizationChart"/>
    <dgm:cxn modelId="{F261385D-ED6D-468E-9EB6-0C7DCE125127}" type="presParOf" srcId="{C33799B3-CD9B-40A5-BA12-31F5F3096C26}" destId="{E3297F04-8B37-4CF9-A05A-C944842C3007}" srcOrd="3" destOrd="0" presId="urn:microsoft.com/office/officeart/2008/layout/HalfCircleOrganizationChart"/>
    <dgm:cxn modelId="{17B42C3D-58C5-4DB3-977A-297AD68446F0}" type="presParOf" srcId="{797AC1C1-8CF6-4645-8AFB-7BD5FB5D8E21}" destId="{450F9A1A-9DA3-43BA-B1F3-449DF3A86187}" srcOrd="1" destOrd="0" presId="urn:microsoft.com/office/officeart/2008/layout/HalfCircleOrganizationChart"/>
    <dgm:cxn modelId="{B17237A0-DB87-4DA3-84D6-6C05E32B5488}" type="presParOf" srcId="{797AC1C1-8CF6-4645-8AFB-7BD5FB5D8E21}" destId="{BB469EF6-A053-4826-AA3D-42A17DD75EB2}" srcOrd="2" destOrd="0" presId="urn:microsoft.com/office/officeart/2008/layout/HalfCircleOrganizationChart"/>
    <dgm:cxn modelId="{4D7A9634-2BDB-4563-9CAB-1AFEBD3C7B0B}" type="presParOf" srcId="{3CB36AE0-CDA7-42F6-8844-72D265346A63}" destId="{8D27A11F-C918-497C-B8A5-8C5A24EF2D44}" srcOrd="2" destOrd="0" presId="urn:microsoft.com/office/officeart/2008/layout/HalfCircleOrganizationChart"/>
    <dgm:cxn modelId="{C8212D6B-4F12-4088-9B95-BCFD3AF7A212}" type="presParOf" srcId="{3CB36AE0-CDA7-42F6-8844-72D265346A63}" destId="{2D460910-2013-4EE8-9D7D-2ADC7705A13E}" srcOrd="3" destOrd="0" presId="urn:microsoft.com/office/officeart/2008/layout/HalfCircleOrganizationChart"/>
    <dgm:cxn modelId="{52972FD3-6189-4B21-BC2D-1E451AF1E467}" type="presParOf" srcId="{2D460910-2013-4EE8-9D7D-2ADC7705A13E}" destId="{231B8672-76B1-41F4-98D9-7DBF11F4D520}" srcOrd="0" destOrd="0" presId="urn:microsoft.com/office/officeart/2008/layout/HalfCircleOrganizationChart"/>
    <dgm:cxn modelId="{73CB5EA7-3373-4EDA-A717-529041F85FC4}" type="presParOf" srcId="{231B8672-76B1-41F4-98D9-7DBF11F4D520}" destId="{F0BDD0FC-7B82-4B52-A20B-702F7A5BE4DB}" srcOrd="0" destOrd="0" presId="urn:microsoft.com/office/officeart/2008/layout/HalfCircleOrganizationChart"/>
    <dgm:cxn modelId="{FF75DAC2-4504-4B55-BC90-614B99B56E9D}" type="presParOf" srcId="{231B8672-76B1-41F4-98D9-7DBF11F4D520}" destId="{ADD13473-86CC-4F75-BB44-5EEFDC7CBE14}" srcOrd="1" destOrd="0" presId="urn:microsoft.com/office/officeart/2008/layout/HalfCircleOrganizationChart"/>
    <dgm:cxn modelId="{5FB5BC24-B6BA-4395-B7D0-C47BEE30AC1F}" type="presParOf" srcId="{231B8672-76B1-41F4-98D9-7DBF11F4D520}" destId="{BDD38582-E497-40B9-B685-BC29D278F8FD}" srcOrd="2" destOrd="0" presId="urn:microsoft.com/office/officeart/2008/layout/HalfCircleOrganizationChart"/>
    <dgm:cxn modelId="{F9155795-F787-44DE-B8D6-3EEE7190B653}" type="presParOf" srcId="{231B8672-76B1-41F4-98D9-7DBF11F4D520}" destId="{6E2E08C5-59BF-4E1C-9FFB-B31A38B7E49B}" srcOrd="3" destOrd="0" presId="urn:microsoft.com/office/officeart/2008/layout/HalfCircleOrganizationChart"/>
    <dgm:cxn modelId="{97CCFD2A-246F-446D-A0E0-8F7FD3063A58}" type="presParOf" srcId="{2D460910-2013-4EE8-9D7D-2ADC7705A13E}" destId="{77B414C9-1F0A-4190-B4C6-89EAA7E90D77}" srcOrd="1" destOrd="0" presId="urn:microsoft.com/office/officeart/2008/layout/HalfCircleOrganizationChart"/>
    <dgm:cxn modelId="{70698A64-EF3C-460F-A33E-EC02A4EB53B2}" type="presParOf" srcId="{2D460910-2013-4EE8-9D7D-2ADC7705A13E}" destId="{BE5DF1FE-1110-4AAD-823B-18D875F94D80}" srcOrd="2" destOrd="0" presId="urn:microsoft.com/office/officeart/2008/layout/HalfCircleOrganizationChart"/>
    <dgm:cxn modelId="{9DB1FBF3-A317-4114-AEB1-6AE6E7AEE836}" type="presParOf" srcId="{3CB36AE0-CDA7-42F6-8844-72D265346A63}" destId="{5B7D6D3A-B622-4954-A5FC-E987288EA825}" srcOrd="4" destOrd="0" presId="urn:microsoft.com/office/officeart/2008/layout/HalfCircleOrganizationChart"/>
    <dgm:cxn modelId="{F4672BC5-FC69-4229-8252-7D6A638C87B9}" type="presParOf" srcId="{3CB36AE0-CDA7-42F6-8844-72D265346A63}" destId="{43A8CC2E-2A8C-4E67-8CCC-5D3F0A016314}" srcOrd="5" destOrd="0" presId="urn:microsoft.com/office/officeart/2008/layout/HalfCircleOrganizationChart"/>
    <dgm:cxn modelId="{45062E16-F8EF-4DC3-BA43-E59817606FBE}" type="presParOf" srcId="{43A8CC2E-2A8C-4E67-8CCC-5D3F0A016314}" destId="{E21165CB-D71D-4730-9230-9B146559688E}" srcOrd="0" destOrd="0" presId="urn:microsoft.com/office/officeart/2008/layout/HalfCircleOrganizationChart"/>
    <dgm:cxn modelId="{473BACF1-8CA9-41B0-ABAC-C42CDBD857FE}" type="presParOf" srcId="{E21165CB-D71D-4730-9230-9B146559688E}" destId="{E3EE70E5-2646-431A-B65B-D5D023DE6EC8}" srcOrd="0" destOrd="0" presId="urn:microsoft.com/office/officeart/2008/layout/HalfCircleOrganizationChart"/>
    <dgm:cxn modelId="{D694B489-EEE1-40A7-B242-8B1D56C12F7C}" type="presParOf" srcId="{E21165CB-D71D-4730-9230-9B146559688E}" destId="{4A0D0AEB-8AC8-4B3A-81DF-65B1A9233999}" srcOrd="1" destOrd="0" presId="urn:microsoft.com/office/officeart/2008/layout/HalfCircleOrganizationChart"/>
    <dgm:cxn modelId="{F8909CEC-AB8C-404B-B4CB-A539A5903BF0}" type="presParOf" srcId="{E21165CB-D71D-4730-9230-9B146559688E}" destId="{0DCD9DD6-FAC6-4F55-9B0F-6C054E72644E}" srcOrd="2" destOrd="0" presId="urn:microsoft.com/office/officeart/2008/layout/HalfCircleOrganizationChart"/>
    <dgm:cxn modelId="{9EEC7A0E-999E-429C-89DB-DDA50C20994B}" type="presParOf" srcId="{E21165CB-D71D-4730-9230-9B146559688E}" destId="{E5F5A9BD-7C3C-42D0-BDDA-476507DEC4B0}" srcOrd="3" destOrd="0" presId="urn:microsoft.com/office/officeart/2008/layout/HalfCircleOrganizationChart"/>
    <dgm:cxn modelId="{837E9CF0-B25C-480D-B937-60B5159F8499}" type="presParOf" srcId="{43A8CC2E-2A8C-4E67-8CCC-5D3F0A016314}" destId="{B056E183-C519-4C60-AFBE-A9C855F43747}" srcOrd="1" destOrd="0" presId="urn:microsoft.com/office/officeart/2008/layout/HalfCircleOrganizationChart"/>
    <dgm:cxn modelId="{A6EF4A6B-B268-4D24-910A-43E7467D4C93}" type="presParOf" srcId="{43A8CC2E-2A8C-4E67-8CCC-5D3F0A016314}" destId="{39E56805-E17E-404A-BF6A-EE57151B9A5D}" srcOrd="2" destOrd="0" presId="urn:microsoft.com/office/officeart/2008/layout/HalfCircleOrganizationChart"/>
    <dgm:cxn modelId="{57B204CD-0815-4F4E-B78A-E8EB90DA8506}" type="presParOf" srcId="{538118A8-7E86-482E-89DF-93B60411DD0C}" destId="{ECC4FE04-3664-47B4-B2EB-21C916CB7A4D}" srcOrd="2" destOrd="0" presId="urn:microsoft.com/office/officeart/2008/layout/HalfCircleOrganizationChart"/>
    <dgm:cxn modelId="{DEA25A11-D391-473E-AF3B-38DC93141A06}" type="presParOf" srcId="{ECC4FE04-3664-47B4-B2EB-21C916CB7A4D}" destId="{9982AC93-2824-44F9-B690-2075FEF10484}" srcOrd="0" destOrd="0" presId="urn:microsoft.com/office/officeart/2008/layout/HalfCircleOrganizationChart"/>
    <dgm:cxn modelId="{54F215A3-2AB0-4C62-ABB4-A6F8B817A481}" type="presParOf" srcId="{ECC4FE04-3664-47B4-B2EB-21C916CB7A4D}" destId="{DA9AFA52-0461-40D9-B79C-CC50E4F57784}" srcOrd="1" destOrd="0" presId="urn:microsoft.com/office/officeart/2008/layout/HalfCircleOrganizationChart"/>
    <dgm:cxn modelId="{64DC6801-B474-49BD-8E6B-6443E8937E01}" type="presParOf" srcId="{DA9AFA52-0461-40D9-B79C-CC50E4F57784}" destId="{62A520F0-2117-43E3-BA2A-B7E68221214F}" srcOrd="0" destOrd="0" presId="urn:microsoft.com/office/officeart/2008/layout/HalfCircleOrganizationChart"/>
    <dgm:cxn modelId="{46E72218-C5DC-487F-A974-E21692FD61D6}" type="presParOf" srcId="{62A520F0-2117-43E3-BA2A-B7E68221214F}" destId="{2BFA83A1-36FC-4FAA-B1C9-807709B08AF9}" srcOrd="0" destOrd="0" presId="urn:microsoft.com/office/officeart/2008/layout/HalfCircleOrganizationChart"/>
    <dgm:cxn modelId="{8A8434ED-B546-4705-B609-B80644EA3FA0}" type="presParOf" srcId="{62A520F0-2117-43E3-BA2A-B7E68221214F}" destId="{DBF0DBC3-8760-4BA1-B938-62FA4559144C}" srcOrd="1" destOrd="0" presId="urn:microsoft.com/office/officeart/2008/layout/HalfCircleOrganizationChart"/>
    <dgm:cxn modelId="{E7AF8A61-0732-44D6-8665-3894739E54B2}" type="presParOf" srcId="{62A520F0-2117-43E3-BA2A-B7E68221214F}" destId="{73662B24-9EBA-4637-8A9D-0D3107F546F9}" srcOrd="2" destOrd="0" presId="urn:microsoft.com/office/officeart/2008/layout/HalfCircleOrganizationChart"/>
    <dgm:cxn modelId="{CFD373B3-8A11-4232-87DC-70BCA4902374}" type="presParOf" srcId="{62A520F0-2117-43E3-BA2A-B7E68221214F}" destId="{ABE8A23A-6BC5-4ABC-B806-F5A70C2DBA7B}" srcOrd="3" destOrd="0" presId="urn:microsoft.com/office/officeart/2008/layout/HalfCircleOrganizationChart"/>
    <dgm:cxn modelId="{41A4686A-3735-45F3-97CA-E07FC4B0ED06}" type="presParOf" srcId="{DA9AFA52-0461-40D9-B79C-CC50E4F57784}" destId="{EB45F55D-E384-4956-926D-4B93CE1E44FB}" srcOrd="1" destOrd="0" presId="urn:microsoft.com/office/officeart/2008/layout/HalfCircleOrganizationChart"/>
    <dgm:cxn modelId="{B714D9CD-4669-4A54-BC42-2162472B1EB0}" type="presParOf" srcId="{DA9AFA52-0461-40D9-B79C-CC50E4F57784}" destId="{A52EDDCA-D3B9-4CFC-A19F-EF969B2F2FC9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8940A9-8275-4CBA-A582-6CEE8F5557B1}" type="doc">
      <dgm:prSet loTypeId="urn:microsoft.com/office/officeart/2009/3/layout/HorizontalOrganizationChart" loCatId="hierarchy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C1133A-CFC9-4D13-A46E-B008D5CCE972}">
      <dgm:prSet phldrT="[Text]"/>
      <dgm:spPr/>
      <dgm:t>
        <a:bodyPr/>
        <a:lstStyle/>
        <a:p>
          <a:r>
            <a:rPr lang="fa-IR" dirty="0"/>
            <a:t>مراحل اصلی </a:t>
          </a:r>
          <a:endParaRPr lang="en-GB" dirty="0"/>
        </a:p>
      </dgm:t>
    </dgm:pt>
    <dgm:pt modelId="{857EB770-6518-4181-9F06-A52F8D21DA0E}" type="parTrans" cxnId="{125C5846-0DC5-4A8A-9D4C-09F7A38477C5}">
      <dgm:prSet/>
      <dgm:spPr/>
      <dgm:t>
        <a:bodyPr/>
        <a:lstStyle/>
        <a:p>
          <a:endParaRPr lang="en-GB"/>
        </a:p>
      </dgm:t>
    </dgm:pt>
    <dgm:pt modelId="{1FF8EA6F-B9F7-4D4B-9720-B696608C67F3}" type="sibTrans" cxnId="{125C5846-0DC5-4A8A-9D4C-09F7A38477C5}">
      <dgm:prSet/>
      <dgm:spPr/>
      <dgm:t>
        <a:bodyPr/>
        <a:lstStyle/>
        <a:p>
          <a:endParaRPr lang="en-GB"/>
        </a:p>
      </dgm:t>
    </dgm:pt>
    <dgm:pt modelId="{9D13BDA5-ADDD-4C69-AA2E-C59CC5EB1355}">
      <dgm:prSet phldrT="[Text]" custT="1"/>
      <dgm:spPr/>
      <dgm:t>
        <a:bodyPr/>
        <a:lstStyle/>
        <a:p>
          <a:pPr rtl="1"/>
          <a:r>
            <a:rPr lang="ar-SA" sz="3000" dirty="0"/>
            <a:t>داده‌های آموزشی </a:t>
          </a:r>
          <a:r>
            <a:rPr lang="en-US" sz="3000" dirty="0"/>
            <a:t>(</a:t>
          </a:r>
          <a:r>
            <a:rPr lang="en-GB" sz="3000" dirty="0"/>
            <a:t>Train Data</a:t>
          </a:r>
          <a:r>
            <a:rPr lang="en-US" sz="3000" dirty="0"/>
            <a:t>)</a:t>
          </a:r>
          <a:endParaRPr lang="en-GB" sz="3000" dirty="0"/>
        </a:p>
      </dgm:t>
    </dgm:pt>
    <dgm:pt modelId="{F56FA8D8-DAD6-4392-AC13-3DF074BCD19C}" type="parTrans" cxnId="{E0276840-1B18-42B3-9D0C-2CD9FB1DB537}">
      <dgm:prSet/>
      <dgm:spPr/>
      <dgm:t>
        <a:bodyPr/>
        <a:lstStyle/>
        <a:p>
          <a:endParaRPr lang="en-GB"/>
        </a:p>
      </dgm:t>
    </dgm:pt>
    <dgm:pt modelId="{F7D57435-E411-485D-B170-A6D2FB10F4DA}" type="sibTrans" cxnId="{E0276840-1B18-42B3-9D0C-2CD9FB1DB537}">
      <dgm:prSet/>
      <dgm:spPr/>
      <dgm:t>
        <a:bodyPr/>
        <a:lstStyle/>
        <a:p>
          <a:endParaRPr lang="en-GB"/>
        </a:p>
      </dgm:t>
    </dgm:pt>
    <dgm:pt modelId="{0BF181E5-ADED-4789-9B18-61AB2B93D184}">
      <dgm:prSet phldrT="[Text]" custT="1"/>
      <dgm:spPr/>
      <dgm:t>
        <a:bodyPr/>
        <a:lstStyle/>
        <a:p>
          <a:r>
            <a:rPr lang="ar-SA" sz="3300" b="0" i="0" dirty="0"/>
            <a:t>فرآیند یادگیری</a:t>
          </a:r>
          <a:endParaRPr lang="en-GB" sz="3300" dirty="0"/>
        </a:p>
      </dgm:t>
    </dgm:pt>
    <dgm:pt modelId="{E9DCED57-1023-4D16-98E1-9E482298C9FC}" type="parTrans" cxnId="{3752DEEA-D2E6-42BF-81BB-472581273C3B}">
      <dgm:prSet/>
      <dgm:spPr/>
      <dgm:t>
        <a:bodyPr/>
        <a:lstStyle/>
        <a:p>
          <a:endParaRPr lang="en-GB"/>
        </a:p>
      </dgm:t>
    </dgm:pt>
    <dgm:pt modelId="{46FCB1EA-B745-4199-9CCA-2D8FF6687435}" type="sibTrans" cxnId="{3752DEEA-D2E6-42BF-81BB-472581273C3B}">
      <dgm:prSet/>
      <dgm:spPr/>
      <dgm:t>
        <a:bodyPr/>
        <a:lstStyle/>
        <a:p>
          <a:endParaRPr lang="en-GB"/>
        </a:p>
      </dgm:t>
    </dgm:pt>
    <dgm:pt modelId="{DEC47067-84D7-4234-9CC1-1C30F388A575}">
      <dgm:prSet phldrT="[Text]" custT="1"/>
      <dgm:spPr/>
      <dgm:t>
        <a:bodyPr/>
        <a:lstStyle/>
        <a:p>
          <a:r>
            <a:rPr lang="ar-SA" sz="3300" b="0" i="0" dirty="0"/>
            <a:t>ارزیابی مدل</a:t>
          </a:r>
          <a:endParaRPr lang="en-GB" sz="3300" dirty="0"/>
        </a:p>
      </dgm:t>
    </dgm:pt>
    <dgm:pt modelId="{53BFC384-14F2-43E1-B74E-567F28AC6BE0}" type="parTrans" cxnId="{BE5390D3-716E-44F4-A488-153763EEC18B}">
      <dgm:prSet/>
      <dgm:spPr/>
      <dgm:t>
        <a:bodyPr/>
        <a:lstStyle/>
        <a:p>
          <a:endParaRPr lang="en-GB"/>
        </a:p>
      </dgm:t>
    </dgm:pt>
    <dgm:pt modelId="{04825946-F301-4AA3-8BC5-E2E901D12B29}" type="sibTrans" cxnId="{BE5390D3-716E-44F4-A488-153763EEC18B}">
      <dgm:prSet/>
      <dgm:spPr/>
      <dgm:t>
        <a:bodyPr/>
        <a:lstStyle/>
        <a:p>
          <a:endParaRPr lang="en-GB"/>
        </a:p>
      </dgm:t>
    </dgm:pt>
    <dgm:pt modelId="{719328FE-7730-4FF3-A4FE-ECD62C5A8755}" type="pres">
      <dgm:prSet presAssocID="{9B8940A9-8275-4CBA-A582-6CEE8F5557B1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8F379384-F4C3-43D6-A860-EF49FDF2EC25}" type="pres">
      <dgm:prSet presAssocID="{10C1133A-CFC9-4D13-A46E-B008D5CCE972}" presName="hierRoot1" presStyleCnt="0">
        <dgm:presLayoutVars>
          <dgm:hierBranch val="init"/>
        </dgm:presLayoutVars>
      </dgm:prSet>
      <dgm:spPr/>
    </dgm:pt>
    <dgm:pt modelId="{8F705CB9-93C6-43A0-A5C0-63C7E7CA8D19}" type="pres">
      <dgm:prSet presAssocID="{10C1133A-CFC9-4D13-A46E-B008D5CCE972}" presName="rootComposite1" presStyleCnt="0"/>
      <dgm:spPr/>
    </dgm:pt>
    <dgm:pt modelId="{81F71941-A850-4291-A370-4C9EDBC6EF59}" type="pres">
      <dgm:prSet presAssocID="{10C1133A-CFC9-4D13-A46E-B008D5CCE972}" presName="rootText1" presStyleLbl="node0" presStyleIdx="0" presStyleCnt="1">
        <dgm:presLayoutVars>
          <dgm:chPref val="3"/>
        </dgm:presLayoutVars>
      </dgm:prSet>
      <dgm:spPr/>
    </dgm:pt>
    <dgm:pt modelId="{ADEEE70F-5A35-447B-AA2C-DCB3A99B31B4}" type="pres">
      <dgm:prSet presAssocID="{10C1133A-CFC9-4D13-A46E-B008D5CCE972}" presName="rootConnector1" presStyleLbl="node1" presStyleIdx="0" presStyleCnt="0"/>
      <dgm:spPr/>
    </dgm:pt>
    <dgm:pt modelId="{D185B831-C8F3-4BF8-82A8-FA043C59D026}" type="pres">
      <dgm:prSet presAssocID="{10C1133A-CFC9-4D13-A46E-B008D5CCE972}" presName="hierChild2" presStyleCnt="0"/>
      <dgm:spPr/>
    </dgm:pt>
    <dgm:pt modelId="{FE83AF75-2E7F-484B-AB5E-BF1CD5147236}" type="pres">
      <dgm:prSet presAssocID="{F56FA8D8-DAD6-4392-AC13-3DF074BCD19C}" presName="Name66" presStyleLbl="parChTrans1D2" presStyleIdx="0" presStyleCnt="3"/>
      <dgm:spPr/>
    </dgm:pt>
    <dgm:pt modelId="{7C53F998-538A-4E5F-9701-624972CDE2C7}" type="pres">
      <dgm:prSet presAssocID="{9D13BDA5-ADDD-4C69-AA2E-C59CC5EB1355}" presName="hierRoot2" presStyleCnt="0">
        <dgm:presLayoutVars>
          <dgm:hierBranch val="init"/>
        </dgm:presLayoutVars>
      </dgm:prSet>
      <dgm:spPr/>
    </dgm:pt>
    <dgm:pt modelId="{AD58341F-956F-4988-9F12-CFAE5350CCE6}" type="pres">
      <dgm:prSet presAssocID="{9D13BDA5-ADDD-4C69-AA2E-C59CC5EB1355}" presName="rootComposite" presStyleCnt="0"/>
      <dgm:spPr/>
    </dgm:pt>
    <dgm:pt modelId="{8EBE4426-3CED-4377-AB2F-A7CFD89C64D6}" type="pres">
      <dgm:prSet presAssocID="{9D13BDA5-ADDD-4C69-AA2E-C59CC5EB1355}" presName="rootText" presStyleLbl="node2" presStyleIdx="0" presStyleCnt="3">
        <dgm:presLayoutVars>
          <dgm:chPref val="3"/>
        </dgm:presLayoutVars>
      </dgm:prSet>
      <dgm:spPr/>
    </dgm:pt>
    <dgm:pt modelId="{184985AA-5AD0-40E0-B893-EA79ADAC7C08}" type="pres">
      <dgm:prSet presAssocID="{9D13BDA5-ADDD-4C69-AA2E-C59CC5EB1355}" presName="rootConnector" presStyleLbl="node2" presStyleIdx="0" presStyleCnt="3"/>
      <dgm:spPr/>
    </dgm:pt>
    <dgm:pt modelId="{A7BF6AFC-3F5F-4DD1-8124-BC55A1475211}" type="pres">
      <dgm:prSet presAssocID="{9D13BDA5-ADDD-4C69-AA2E-C59CC5EB1355}" presName="hierChild4" presStyleCnt="0"/>
      <dgm:spPr/>
    </dgm:pt>
    <dgm:pt modelId="{B59C633E-6F0E-441B-B3CD-B5577C792F22}" type="pres">
      <dgm:prSet presAssocID="{9D13BDA5-ADDD-4C69-AA2E-C59CC5EB1355}" presName="hierChild5" presStyleCnt="0"/>
      <dgm:spPr/>
    </dgm:pt>
    <dgm:pt modelId="{FB7E349F-DDC9-4B9E-A248-CFD6D803F4F1}" type="pres">
      <dgm:prSet presAssocID="{E9DCED57-1023-4D16-98E1-9E482298C9FC}" presName="Name66" presStyleLbl="parChTrans1D2" presStyleIdx="1" presStyleCnt="3"/>
      <dgm:spPr/>
    </dgm:pt>
    <dgm:pt modelId="{7E0E3D02-7130-442F-A99C-5B67EE133E20}" type="pres">
      <dgm:prSet presAssocID="{0BF181E5-ADED-4789-9B18-61AB2B93D184}" presName="hierRoot2" presStyleCnt="0">
        <dgm:presLayoutVars>
          <dgm:hierBranch val="init"/>
        </dgm:presLayoutVars>
      </dgm:prSet>
      <dgm:spPr/>
    </dgm:pt>
    <dgm:pt modelId="{6CC3EFBF-6434-429E-B008-9403C61B9F8B}" type="pres">
      <dgm:prSet presAssocID="{0BF181E5-ADED-4789-9B18-61AB2B93D184}" presName="rootComposite" presStyleCnt="0"/>
      <dgm:spPr/>
    </dgm:pt>
    <dgm:pt modelId="{B5BFBC9D-47B6-4531-BA5C-47D6DFC4AEBE}" type="pres">
      <dgm:prSet presAssocID="{0BF181E5-ADED-4789-9B18-61AB2B93D184}" presName="rootText" presStyleLbl="node2" presStyleIdx="1" presStyleCnt="3">
        <dgm:presLayoutVars>
          <dgm:chPref val="3"/>
        </dgm:presLayoutVars>
      </dgm:prSet>
      <dgm:spPr/>
    </dgm:pt>
    <dgm:pt modelId="{F50BBBE6-B51E-404E-B346-FB4853EF575D}" type="pres">
      <dgm:prSet presAssocID="{0BF181E5-ADED-4789-9B18-61AB2B93D184}" presName="rootConnector" presStyleLbl="node2" presStyleIdx="1" presStyleCnt="3"/>
      <dgm:spPr/>
    </dgm:pt>
    <dgm:pt modelId="{2DC3CED5-3135-4739-8D6A-FCEF651F9935}" type="pres">
      <dgm:prSet presAssocID="{0BF181E5-ADED-4789-9B18-61AB2B93D184}" presName="hierChild4" presStyleCnt="0"/>
      <dgm:spPr/>
    </dgm:pt>
    <dgm:pt modelId="{F758AFD7-4386-483C-87BB-305BA7B86A14}" type="pres">
      <dgm:prSet presAssocID="{0BF181E5-ADED-4789-9B18-61AB2B93D184}" presName="hierChild5" presStyleCnt="0"/>
      <dgm:spPr/>
    </dgm:pt>
    <dgm:pt modelId="{74625A52-D6F5-4A55-BA11-4D28A89B1DB1}" type="pres">
      <dgm:prSet presAssocID="{53BFC384-14F2-43E1-B74E-567F28AC6BE0}" presName="Name66" presStyleLbl="parChTrans1D2" presStyleIdx="2" presStyleCnt="3"/>
      <dgm:spPr/>
    </dgm:pt>
    <dgm:pt modelId="{B918404B-EF78-42C5-95EA-333F34F2C74D}" type="pres">
      <dgm:prSet presAssocID="{DEC47067-84D7-4234-9CC1-1C30F388A575}" presName="hierRoot2" presStyleCnt="0">
        <dgm:presLayoutVars>
          <dgm:hierBranch val="init"/>
        </dgm:presLayoutVars>
      </dgm:prSet>
      <dgm:spPr/>
    </dgm:pt>
    <dgm:pt modelId="{7461175E-49F6-4BE0-B623-82D3757B69AF}" type="pres">
      <dgm:prSet presAssocID="{DEC47067-84D7-4234-9CC1-1C30F388A575}" presName="rootComposite" presStyleCnt="0"/>
      <dgm:spPr/>
    </dgm:pt>
    <dgm:pt modelId="{57FA9884-4BD4-4A52-A7E2-EAFBDB6EDDA0}" type="pres">
      <dgm:prSet presAssocID="{DEC47067-84D7-4234-9CC1-1C30F388A575}" presName="rootText" presStyleLbl="node2" presStyleIdx="2" presStyleCnt="3">
        <dgm:presLayoutVars>
          <dgm:chPref val="3"/>
        </dgm:presLayoutVars>
      </dgm:prSet>
      <dgm:spPr/>
    </dgm:pt>
    <dgm:pt modelId="{7156E958-4695-4465-829C-8EBC7499C6EA}" type="pres">
      <dgm:prSet presAssocID="{DEC47067-84D7-4234-9CC1-1C30F388A575}" presName="rootConnector" presStyleLbl="node2" presStyleIdx="2" presStyleCnt="3"/>
      <dgm:spPr/>
    </dgm:pt>
    <dgm:pt modelId="{75F86893-4947-40DA-B402-E78920D9F794}" type="pres">
      <dgm:prSet presAssocID="{DEC47067-84D7-4234-9CC1-1C30F388A575}" presName="hierChild4" presStyleCnt="0"/>
      <dgm:spPr/>
    </dgm:pt>
    <dgm:pt modelId="{CB4627BB-8C59-4F0E-BDF3-52CAF94D5FCD}" type="pres">
      <dgm:prSet presAssocID="{DEC47067-84D7-4234-9CC1-1C30F388A575}" presName="hierChild5" presStyleCnt="0"/>
      <dgm:spPr/>
    </dgm:pt>
    <dgm:pt modelId="{14D41B3C-B442-47CF-BAF8-A1984EA9635C}" type="pres">
      <dgm:prSet presAssocID="{10C1133A-CFC9-4D13-A46E-B008D5CCE972}" presName="hierChild3" presStyleCnt="0"/>
      <dgm:spPr/>
    </dgm:pt>
  </dgm:ptLst>
  <dgm:cxnLst>
    <dgm:cxn modelId="{792FBA31-8B01-4F48-8F34-658CADEA7EC3}" type="presOf" srcId="{53BFC384-14F2-43E1-B74E-567F28AC6BE0}" destId="{74625A52-D6F5-4A55-BA11-4D28A89B1DB1}" srcOrd="0" destOrd="0" presId="urn:microsoft.com/office/officeart/2009/3/layout/HorizontalOrganizationChart"/>
    <dgm:cxn modelId="{0D9CDC37-D6DF-4239-ABF4-15671123EA11}" type="presOf" srcId="{10C1133A-CFC9-4D13-A46E-B008D5CCE972}" destId="{ADEEE70F-5A35-447B-AA2C-DCB3A99B31B4}" srcOrd="1" destOrd="0" presId="urn:microsoft.com/office/officeart/2009/3/layout/HorizontalOrganizationChart"/>
    <dgm:cxn modelId="{E0276840-1B18-42B3-9D0C-2CD9FB1DB537}" srcId="{10C1133A-CFC9-4D13-A46E-B008D5CCE972}" destId="{9D13BDA5-ADDD-4C69-AA2E-C59CC5EB1355}" srcOrd="0" destOrd="0" parTransId="{F56FA8D8-DAD6-4392-AC13-3DF074BCD19C}" sibTransId="{F7D57435-E411-485D-B170-A6D2FB10F4DA}"/>
    <dgm:cxn modelId="{93E53865-A369-4248-8496-EBB3464B4DC1}" type="presOf" srcId="{DEC47067-84D7-4234-9CC1-1C30F388A575}" destId="{7156E958-4695-4465-829C-8EBC7499C6EA}" srcOrd="1" destOrd="0" presId="urn:microsoft.com/office/officeart/2009/3/layout/HorizontalOrganizationChart"/>
    <dgm:cxn modelId="{125C5846-0DC5-4A8A-9D4C-09F7A38477C5}" srcId="{9B8940A9-8275-4CBA-A582-6CEE8F5557B1}" destId="{10C1133A-CFC9-4D13-A46E-B008D5CCE972}" srcOrd="0" destOrd="0" parTransId="{857EB770-6518-4181-9F06-A52F8D21DA0E}" sibTransId="{1FF8EA6F-B9F7-4D4B-9720-B696608C67F3}"/>
    <dgm:cxn modelId="{05E9E24B-F042-4611-AD7A-0663A5C0BC75}" type="presOf" srcId="{9D13BDA5-ADDD-4C69-AA2E-C59CC5EB1355}" destId="{8EBE4426-3CED-4377-AB2F-A7CFD89C64D6}" srcOrd="0" destOrd="0" presId="urn:microsoft.com/office/officeart/2009/3/layout/HorizontalOrganizationChart"/>
    <dgm:cxn modelId="{9F65B357-34E9-4904-A6BF-F641B908BA6E}" type="presOf" srcId="{9B8940A9-8275-4CBA-A582-6CEE8F5557B1}" destId="{719328FE-7730-4FF3-A4FE-ECD62C5A8755}" srcOrd="0" destOrd="0" presId="urn:microsoft.com/office/officeart/2009/3/layout/HorizontalOrganizationChart"/>
    <dgm:cxn modelId="{0876CF78-2F88-4949-BEDB-DFE08F8EE4AB}" type="presOf" srcId="{10C1133A-CFC9-4D13-A46E-B008D5CCE972}" destId="{81F71941-A850-4291-A370-4C9EDBC6EF59}" srcOrd="0" destOrd="0" presId="urn:microsoft.com/office/officeart/2009/3/layout/HorizontalOrganizationChart"/>
    <dgm:cxn modelId="{15C0B38C-5F5E-4EE5-B550-0DC7F1B06140}" type="presOf" srcId="{0BF181E5-ADED-4789-9B18-61AB2B93D184}" destId="{F50BBBE6-B51E-404E-B346-FB4853EF575D}" srcOrd="1" destOrd="0" presId="urn:microsoft.com/office/officeart/2009/3/layout/HorizontalOrganizationChart"/>
    <dgm:cxn modelId="{109EA19A-635D-4441-BD8D-8590730B1F75}" type="presOf" srcId="{9D13BDA5-ADDD-4C69-AA2E-C59CC5EB1355}" destId="{184985AA-5AD0-40E0-B893-EA79ADAC7C08}" srcOrd="1" destOrd="0" presId="urn:microsoft.com/office/officeart/2009/3/layout/HorizontalOrganizationChart"/>
    <dgm:cxn modelId="{DBA92A9F-854D-4F60-81E7-B9A89E181309}" type="presOf" srcId="{0BF181E5-ADED-4789-9B18-61AB2B93D184}" destId="{B5BFBC9D-47B6-4531-BA5C-47D6DFC4AEBE}" srcOrd="0" destOrd="0" presId="urn:microsoft.com/office/officeart/2009/3/layout/HorizontalOrganizationChart"/>
    <dgm:cxn modelId="{DBC347C0-BD19-4599-9A47-6D834BF18140}" type="presOf" srcId="{E9DCED57-1023-4D16-98E1-9E482298C9FC}" destId="{FB7E349F-DDC9-4B9E-A248-CFD6D803F4F1}" srcOrd="0" destOrd="0" presId="urn:microsoft.com/office/officeart/2009/3/layout/HorizontalOrganizationChart"/>
    <dgm:cxn modelId="{BE5390D3-716E-44F4-A488-153763EEC18B}" srcId="{10C1133A-CFC9-4D13-A46E-B008D5CCE972}" destId="{DEC47067-84D7-4234-9CC1-1C30F388A575}" srcOrd="2" destOrd="0" parTransId="{53BFC384-14F2-43E1-B74E-567F28AC6BE0}" sibTransId="{04825946-F301-4AA3-8BC5-E2E901D12B29}"/>
    <dgm:cxn modelId="{3752DEEA-D2E6-42BF-81BB-472581273C3B}" srcId="{10C1133A-CFC9-4D13-A46E-B008D5CCE972}" destId="{0BF181E5-ADED-4789-9B18-61AB2B93D184}" srcOrd="1" destOrd="0" parTransId="{E9DCED57-1023-4D16-98E1-9E482298C9FC}" sibTransId="{46FCB1EA-B745-4199-9CCA-2D8FF6687435}"/>
    <dgm:cxn modelId="{57979CF4-10F0-4A22-8ABB-F110ACBD30E2}" type="presOf" srcId="{F56FA8D8-DAD6-4392-AC13-3DF074BCD19C}" destId="{FE83AF75-2E7F-484B-AB5E-BF1CD5147236}" srcOrd="0" destOrd="0" presId="urn:microsoft.com/office/officeart/2009/3/layout/HorizontalOrganizationChart"/>
    <dgm:cxn modelId="{4485B5F9-68C1-4D18-84D0-69DD795D6B20}" type="presOf" srcId="{DEC47067-84D7-4234-9CC1-1C30F388A575}" destId="{57FA9884-4BD4-4A52-A7E2-EAFBDB6EDDA0}" srcOrd="0" destOrd="0" presId="urn:microsoft.com/office/officeart/2009/3/layout/HorizontalOrganizationChart"/>
    <dgm:cxn modelId="{BC4FF0DE-3A72-4E28-8C60-6A72AAB62564}" type="presParOf" srcId="{719328FE-7730-4FF3-A4FE-ECD62C5A8755}" destId="{8F379384-F4C3-43D6-A860-EF49FDF2EC25}" srcOrd="0" destOrd="0" presId="urn:microsoft.com/office/officeart/2009/3/layout/HorizontalOrganizationChart"/>
    <dgm:cxn modelId="{326354F5-5B57-45B3-9BB8-D0544A880173}" type="presParOf" srcId="{8F379384-F4C3-43D6-A860-EF49FDF2EC25}" destId="{8F705CB9-93C6-43A0-A5C0-63C7E7CA8D19}" srcOrd="0" destOrd="0" presId="urn:microsoft.com/office/officeart/2009/3/layout/HorizontalOrganizationChart"/>
    <dgm:cxn modelId="{A3123124-8C79-4720-B098-00539F1E837F}" type="presParOf" srcId="{8F705CB9-93C6-43A0-A5C0-63C7E7CA8D19}" destId="{81F71941-A850-4291-A370-4C9EDBC6EF59}" srcOrd="0" destOrd="0" presId="urn:microsoft.com/office/officeart/2009/3/layout/HorizontalOrganizationChart"/>
    <dgm:cxn modelId="{B9AFB536-01E6-4C01-A038-EF1D7AA83139}" type="presParOf" srcId="{8F705CB9-93C6-43A0-A5C0-63C7E7CA8D19}" destId="{ADEEE70F-5A35-447B-AA2C-DCB3A99B31B4}" srcOrd="1" destOrd="0" presId="urn:microsoft.com/office/officeart/2009/3/layout/HorizontalOrganizationChart"/>
    <dgm:cxn modelId="{E792CCDD-CDF6-4A18-93AA-323BE27EE341}" type="presParOf" srcId="{8F379384-F4C3-43D6-A860-EF49FDF2EC25}" destId="{D185B831-C8F3-4BF8-82A8-FA043C59D026}" srcOrd="1" destOrd="0" presId="urn:microsoft.com/office/officeart/2009/3/layout/HorizontalOrganizationChart"/>
    <dgm:cxn modelId="{9CC2C168-4724-40F3-ADA8-3ACB4F46A7C7}" type="presParOf" srcId="{D185B831-C8F3-4BF8-82A8-FA043C59D026}" destId="{FE83AF75-2E7F-484B-AB5E-BF1CD5147236}" srcOrd="0" destOrd="0" presId="urn:microsoft.com/office/officeart/2009/3/layout/HorizontalOrganizationChart"/>
    <dgm:cxn modelId="{0ADAE683-53F8-4D95-8353-5352A8E51199}" type="presParOf" srcId="{D185B831-C8F3-4BF8-82A8-FA043C59D026}" destId="{7C53F998-538A-4E5F-9701-624972CDE2C7}" srcOrd="1" destOrd="0" presId="urn:microsoft.com/office/officeart/2009/3/layout/HorizontalOrganizationChart"/>
    <dgm:cxn modelId="{2E5393BE-C679-4052-9E0A-95E70E2B4575}" type="presParOf" srcId="{7C53F998-538A-4E5F-9701-624972CDE2C7}" destId="{AD58341F-956F-4988-9F12-CFAE5350CCE6}" srcOrd="0" destOrd="0" presId="urn:microsoft.com/office/officeart/2009/3/layout/HorizontalOrganizationChart"/>
    <dgm:cxn modelId="{D263C166-3B96-4EF8-8F30-AA184480BDBF}" type="presParOf" srcId="{AD58341F-956F-4988-9F12-CFAE5350CCE6}" destId="{8EBE4426-3CED-4377-AB2F-A7CFD89C64D6}" srcOrd="0" destOrd="0" presId="urn:microsoft.com/office/officeart/2009/3/layout/HorizontalOrganizationChart"/>
    <dgm:cxn modelId="{FEC7B6E6-3203-4164-959E-EC55C22F4725}" type="presParOf" srcId="{AD58341F-956F-4988-9F12-CFAE5350CCE6}" destId="{184985AA-5AD0-40E0-B893-EA79ADAC7C08}" srcOrd="1" destOrd="0" presId="urn:microsoft.com/office/officeart/2009/3/layout/HorizontalOrganizationChart"/>
    <dgm:cxn modelId="{90C59F5C-AA7F-40B6-8E4E-13A2384DC687}" type="presParOf" srcId="{7C53F998-538A-4E5F-9701-624972CDE2C7}" destId="{A7BF6AFC-3F5F-4DD1-8124-BC55A1475211}" srcOrd="1" destOrd="0" presId="urn:microsoft.com/office/officeart/2009/3/layout/HorizontalOrganizationChart"/>
    <dgm:cxn modelId="{6F4A9558-12B9-49AB-9330-80B890FEDE14}" type="presParOf" srcId="{7C53F998-538A-4E5F-9701-624972CDE2C7}" destId="{B59C633E-6F0E-441B-B3CD-B5577C792F22}" srcOrd="2" destOrd="0" presId="urn:microsoft.com/office/officeart/2009/3/layout/HorizontalOrganizationChart"/>
    <dgm:cxn modelId="{758A95B5-DC31-41B5-83D3-86FD7B597BBA}" type="presParOf" srcId="{D185B831-C8F3-4BF8-82A8-FA043C59D026}" destId="{FB7E349F-DDC9-4B9E-A248-CFD6D803F4F1}" srcOrd="2" destOrd="0" presId="urn:microsoft.com/office/officeart/2009/3/layout/HorizontalOrganizationChart"/>
    <dgm:cxn modelId="{958AE7A2-F1C5-47BB-B39E-8071E4A255ED}" type="presParOf" srcId="{D185B831-C8F3-4BF8-82A8-FA043C59D026}" destId="{7E0E3D02-7130-442F-A99C-5B67EE133E20}" srcOrd="3" destOrd="0" presId="urn:microsoft.com/office/officeart/2009/3/layout/HorizontalOrganizationChart"/>
    <dgm:cxn modelId="{DA20EF8C-91DE-4C39-B635-DCD85B3C9D62}" type="presParOf" srcId="{7E0E3D02-7130-442F-A99C-5B67EE133E20}" destId="{6CC3EFBF-6434-429E-B008-9403C61B9F8B}" srcOrd="0" destOrd="0" presId="urn:microsoft.com/office/officeart/2009/3/layout/HorizontalOrganizationChart"/>
    <dgm:cxn modelId="{D5AF20F1-03D7-4F6F-ADE2-67F4B1104E30}" type="presParOf" srcId="{6CC3EFBF-6434-429E-B008-9403C61B9F8B}" destId="{B5BFBC9D-47B6-4531-BA5C-47D6DFC4AEBE}" srcOrd="0" destOrd="0" presId="urn:microsoft.com/office/officeart/2009/3/layout/HorizontalOrganizationChart"/>
    <dgm:cxn modelId="{8C6FEB47-BD0E-46AD-BFB7-E39F6BC57124}" type="presParOf" srcId="{6CC3EFBF-6434-429E-B008-9403C61B9F8B}" destId="{F50BBBE6-B51E-404E-B346-FB4853EF575D}" srcOrd="1" destOrd="0" presId="urn:microsoft.com/office/officeart/2009/3/layout/HorizontalOrganizationChart"/>
    <dgm:cxn modelId="{A98C071B-45CE-4A63-A532-EB0C09E0151E}" type="presParOf" srcId="{7E0E3D02-7130-442F-A99C-5B67EE133E20}" destId="{2DC3CED5-3135-4739-8D6A-FCEF651F9935}" srcOrd="1" destOrd="0" presId="urn:microsoft.com/office/officeart/2009/3/layout/HorizontalOrganizationChart"/>
    <dgm:cxn modelId="{822E0E77-9977-4057-9F59-58FE214A2456}" type="presParOf" srcId="{7E0E3D02-7130-442F-A99C-5B67EE133E20}" destId="{F758AFD7-4386-483C-87BB-305BA7B86A14}" srcOrd="2" destOrd="0" presId="urn:microsoft.com/office/officeart/2009/3/layout/HorizontalOrganizationChart"/>
    <dgm:cxn modelId="{BBF324B4-68E7-45A0-A031-8EB3E3E20D44}" type="presParOf" srcId="{D185B831-C8F3-4BF8-82A8-FA043C59D026}" destId="{74625A52-D6F5-4A55-BA11-4D28A89B1DB1}" srcOrd="4" destOrd="0" presId="urn:microsoft.com/office/officeart/2009/3/layout/HorizontalOrganizationChart"/>
    <dgm:cxn modelId="{ECD71958-5FA5-4204-B288-382863585939}" type="presParOf" srcId="{D185B831-C8F3-4BF8-82A8-FA043C59D026}" destId="{B918404B-EF78-42C5-95EA-333F34F2C74D}" srcOrd="5" destOrd="0" presId="urn:microsoft.com/office/officeart/2009/3/layout/HorizontalOrganizationChart"/>
    <dgm:cxn modelId="{7636DA7E-7DAA-4933-83D3-F5FA55046A8D}" type="presParOf" srcId="{B918404B-EF78-42C5-95EA-333F34F2C74D}" destId="{7461175E-49F6-4BE0-B623-82D3757B69AF}" srcOrd="0" destOrd="0" presId="urn:microsoft.com/office/officeart/2009/3/layout/HorizontalOrganizationChart"/>
    <dgm:cxn modelId="{2C7E040A-7018-4AE5-A819-140E7C4B2DDE}" type="presParOf" srcId="{7461175E-49F6-4BE0-B623-82D3757B69AF}" destId="{57FA9884-4BD4-4A52-A7E2-EAFBDB6EDDA0}" srcOrd="0" destOrd="0" presId="urn:microsoft.com/office/officeart/2009/3/layout/HorizontalOrganizationChart"/>
    <dgm:cxn modelId="{45C9C450-7E87-49F8-B263-B9A7D290F1D4}" type="presParOf" srcId="{7461175E-49F6-4BE0-B623-82D3757B69AF}" destId="{7156E958-4695-4465-829C-8EBC7499C6EA}" srcOrd="1" destOrd="0" presId="urn:microsoft.com/office/officeart/2009/3/layout/HorizontalOrganizationChart"/>
    <dgm:cxn modelId="{91639934-EFA6-44F4-80D2-AE79A59EA163}" type="presParOf" srcId="{B918404B-EF78-42C5-95EA-333F34F2C74D}" destId="{75F86893-4947-40DA-B402-E78920D9F794}" srcOrd="1" destOrd="0" presId="urn:microsoft.com/office/officeart/2009/3/layout/HorizontalOrganizationChart"/>
    <dgm:cxn modelId="{640B76B2-C628-42DF-8C5F-ED6B2308A5CC}" type="presParOf" srcId="{B918404B-EF78-42C5-95EA-333F34F2C74D}" destId="{CB4627BB-8C59-4F0E-BDF3-52CAF94D5FCD}" srcOrd="2" destOrd="0" presId="urn:microsoft.com/office/officeart/2009/3/layout/HorizontalOrganizationChart"/>
    <dgm:cxn modelId="{77D2D609-26B1-47B0-A6B2-F96E5FC48DAD}" type="presParOf" srcId="{8F379384-F4C3-43D6-A860-EF49FDF2EC25}" destId="{14D41B3C-B442-47CF-BAF8-A1984EA9635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4A8AAA-1E11-4AD3-B2F7-357FE0224C7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642CCB-563E-448E-8EC0-CCA3DB033BCF}">
      <dgm:prSet phldrT="[Text]" custT="1"/>
      <dgm:spPr/>
      <dgm:t>
        <a:bodyPr/>
        <a:lstStyle/>
        <a:p>
          <a:pPr rtl="1"/>
          <a:r>
            <a:rPr lang="ar-SA" sz="3000" b="0" i="0" dirty="0"/>
            <a:t>انواع الگوریتم‌های یادگیری نظارت شده</a:t>
          </a:r>
          <a:endParaRPr lang="en-GB" sz="3000" dirty="0"/>
        </a:p>
      </dgm:t>
    </dgm:pt>
    <dgm:pt modelId="{F1893383-7CB6-4C4C-80DF-2916691E7571}" type="parTrans" cxnId="{0F7BE3D0-F243-4594-88B5-248E14D83C93}">
      <dgm:prSet/>
      <dgm:spPr/>
      <dgm:t>
        <a:bodyPr/>
        <a:lstStyle/>
        <a:p>
          <a:endParaRPr lang="en-GB"/>
        </a:p>
      </dgm:t>
    </dgm:pt>
    <dgm:pt modelId="{9FAB9BCA-8865-4EB5-9830-68EC7F11D0A4}" type="sibTrans" cxnId="{0F7BE3D0-F243-4594-88B5-248E14D83C93}">
      <dgm:prSet/>
      <dgm:spPr/>
      <dgm:t>
        <a:bodyPr/>
        <a:lstStyle/>
        <a:p>
          <a:endParaRPr lang="en-GB"/>
        </a:p>
      </dgm:t>
    </dgm:pt>
    <dgm:pt modelId="{529225C9-2AB0-44B1-BD10-9E83DD6C964B}">
      <dgm:prSet phldrT="[Text]" custT="1"/>
      <dgm:spPr/>
      <dgm:t>
        <a:bodyPr/>
        <a:lstStyle/>
        <a:p>
          <a:pPr rtl="1"/>
          <a:r>
            <a:rPr lang="ar-SA" sz="2800" b="0" i="0" dirty="0"/>
            <a:t>رگرسیون </a:t>
          </a:r>
          <a:r>
            <a:rPr lang="en-US" sz="2800" b="0" i="0" dirty="0"/>
            <a:t>(</a:t>
          </a:r>
          <a:r>
            <a:rPr lang="en-GB" sz="2800" b="0" i="0" dirty="0"/>
            <a:t>Regression)</a:t>
          </a:r>
          <a:endParaRPr lang="en-GB" sz="2800" dirty="0"/>
        </a:p>
      </dgm:t>
    </dgm:pt>
    <dgm:pt modelId="{0D6E755F-E060-4738-BEDD-EAE2E1E6F05D}" type="parTrans" cxnId="{FE3872F4-FAF9-4691-B488-DB9F37B3E815}">
      <dgm:prSet/>
      <dgm:spPr/>
      <dgm:t>
        <a:bodyPr/>
        <a:lstStyle/>
        <a:p>
          <a:endParaRPr lang="en-GB" dirty="0"/>
        </a:p>
      </dgm:t>
    </dgm:pt>
    <dgm:pt modelId="{8765C010-D14C-4C6A-8282-826D5C6B7E5D}" type="sibTrans" cxnId="{FE3872F4-FAF9-4691-B488-DB9F37B3E815}">
      <dgm:prSet/>
      <dgm:spPr/>
      <dgm:t>
        <a:bodyPr/>
        <a:lstStyle/>
        <a:p>
          <a:endParaRPr lang="en-GB"/>
        </a:p>
      </dgm:t>
    </dgm:pt>
    <dgm:pt modelId="{A24DBD20-4876-4801-A051-F5336B084AD5}">
      <dgm:prSet phldrT="[Text]" custT="1"/>
      <dgm:spPr/>
      <dgm:t>
        <a:bodyPr/>
        <a:lstStyle/>
        <a:p>
          <a:pPr rtl="1"/>
          <a:r>
            <a:rPr lang="ar-SA" sz="2800" b="0" i="0" dirty="0"/>
            <a:t>طبقه‌بندی</a:t>
          </a:r>
          <a:r>
            <a:rPr lang="en-US" sz="2800" b="0" i="0" dirty="0"/>
            <a:t> (</a:t>
          </a:r>
          <a:r>
            <a:rPr lang="en-GB" sz="2800" b="0" i="0" dirty="0"/>
            <a:t>Classification)</a:t>
          </a:r>
          <a:endParaRPr lang="en-GB" sz="2800" dirty="0"/>
        </a:p>
      </dgm:t>
    </dgm:pt>
    <dgm:pt modelId="{101367BF-9411-4363-9DDF-EF0A88759D80}" type="parTrans" cxnId="{BA52D739-A160-439D-A974-F2AA74472E71}">
      <dgm:prSet/>
      <dgm:spPr/>
      <dgm:t>
        <a:bodyPr/>
        <a:lstStyle/>
        <a:p>
          <a:endParaRPr lang="en-GB" dirty="0"/>
        </a:p>
      </dgm:t>
    </dgm:pt>
    <dgm:pt modelId="{1B55CBF5-7F9C-45A1-967E-95A8087CC362}" type="sibTrans" cxnId="{BA52D739-A160-439D-A974-F2AA74472E71}">
      <dgm:prSet/>
      <dgm:spPr/>
      <dgm:t>
        <a:bodyPr/>
        <a:lstStyle/>
        <a:p>
          <a:endParaRPr lang="en-GB"/>
        </a:p>
      </dgm:t>
    </dgm:pt>
    <dgm:pt modelId="{299C961A-86E7-4FB9-BBEF-28367F1C9CBA}" type="pres">
      <dgm:prSet presAssocID="{774A8AAA-1E11-4AD3-B2F7-357FE0224C7F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BFD81DA4-037B-4C24-AC7A-7A9D1FD60D2F}" type="pres">
      <dgm:prSet presAssocID="{91642CCB-563E-448E-8EC0-CCA3DB033BCF}" presName="root1" presStyleCnt="0"/>
      <dgm:spPr/>
    </dgm:pt>
    <dgm:pt modelId="{253814CE-F0F0-4866-BAF1-3EE249A8E0AA}" type="pres">
      <dgm:prSet presAssocID="{91642CCB-563E-448E-8EC0-CCA3DB033BCF}" presName="LevelOneTextNode" presStyleLbl="node0" presStyleIdx="0" presStyleCnt="1" custScaleX="110752">
        <dgm:presLayoutVars>
          <dgm:chPref val="3"/>
        </dgm:presLayoutVars>
      </dgm:prSet>
      <dgm:spPr/>
    </dgm:pt>
    <dgm:pt modelId="{539A2E7B-7C17-4B58-A5C8-DD66E425433A}" type="pres">
      <dgm:prSet presAssocID="{91642CCB-563E-448E-8EC0-CCA3DB033BCF}" presName="level2hierChild" presStyleCnt="0"/>
      <dgm:spPr/>
    </dgm:pt>
    <dgm:pt modelId="{2FEC34BE-1BC6-4F77-9F3F-B55C4D62B030}" type="pres">
      <dgm:prSet presAssocID="{0D6E755F-E060-4738-BEDD-EAE2E1E6F05D}" presName="conn2-1" presStyleLbl="parChTrans1D2" presStyleIdx="0" presStyleCnt="2"/>
      <dgm:spPr/>
    </dgm:pt>
    <dgm:pt modelId="{56669195-6C6E-4F1E-A1BD-CD2758110A52}" type="pres">
      <dgm:prSet presAssocID="{0D6E755F-E060-4738-BEDD-EAE2E1E6F05D}" presName="connTx" presStyleLbl="parChTrans1D2" presStyleIdx="0" presStyleCnt="2"/>
      <dgm:spPr/>
    </dgm:pt>
    <dgm:pt modelId="{CC4FA8A9-A6B3-461D-9FDF-02A5B46293A7}" type="pres">
      <dgm:prSet presAssocID="{529225C9-2AB0-44B1-BD10-9E83DD6C964B}" presName="root2" presStyleCnt="0"/>
      <dgm:spPr/>
    </dgm:pt>
    <dgm:pt modelId="{A16F800D-5C6F-4C28-AB75-796DE05CF73F}" type="pres">
      <dgm:prSet presAssocID="{529225C9-2AB0-44B1-BD10-9E83DD6C964B}" presName="LevelTwoTextNode" presStyleLbl="node2" presStyleIdx="0" presStyleCnt="2">
        <dgm:presLayoutVars>
          <dgm:chPref val="3"/>
        </dgm:presLayoutVars>
      </dgm:prSet>
      <dgm:spPr/>
    </dgm:pt>
    <dgm:pt modelId="{5009AD36-5450-4866-8EDD-2E4868550CCE}" type="pres">
      <dgm:prSet presAssocID="{529225C9-2AB0-44B1-BD10-9E83DD6C964B}" presName="level3hierChild" presStyleCnt="0"/>
      <dgm:spPr/>
    </dgm:pt>
    <dgm:pt modelId="{AA55B43B-E1D2-4DA8-A2E3-B0E28774C62B}" type="pres">
      <dgm:prSet presAssocID="{101367BF-9411-4363-9DDF-EF0A88759D80}" presName="conn2-1" presStyleLbl="parChTrans1D2" presStyleIdx="1" presStyleCnt="2"/>
      <dgm:spPr/>
    </dgm:pt>
    <dgm:pt modelId="{442D7297-C1C7-4A88-A02B-803741D4F7A2}" type="pres">
      <dgm:prSet presAssocID="{101367BF-9411-4363-9DDF-EF0A88759D80}" presName="connTx" presStyleLbl="parChTrans1D2" presStyleIdx="1" presStyleCnt="2"/>
      <dgm:spPr/>
    </dgm:pt>
    <dgm:pt modelId="{BF04901F-B9D3-494F-BD7E-9E668824E795}" type="pres">
      <dgm:prSet presAssocID="{A24DBD20-4876-4801-A051-F5336B084AD5}" presName="root2" presStyleCnt="0"/>
      <dgm:spPr/>
    </dgm:pt>
    <dgm:pt modelId="{F07622D8-A5F2-4141-B520-DF3B14F45BAB}" type="pres">
      <dgm:prSet presAssocID="{A24DBD20-4876-4801-A051-F5336B084AD5}" presName="LevelTwoTextNode" presStyleLbl="node2" presStyleIdx="1" presStyleCnt="2">
        <dgm:presLayoutVars>
          <dgm:chPref val="3"/>
        </dgm:presLayoutVars>
      </dgm:prSet>
      <dgm:spPr/>
    </dgm:pt>
    <dgm:pt modelId="{3FF34EFB-4075-4747-B520-AEA1D49F3E2B}" type="pres">
      <dgm:prSet presAssocID="{A24DBD20-4876-4801-A051-F5336B084AD5}" presName="level3hierChild" presStyleCnt="0"/>
      <dgm:spPr/>
    </dgm:pt>
  </dgm:ptLst>
  <dgm:cxnLst>
    <dgm:cxn modelId="{866A9911-4DBF-42E3-B9C8-3D054026396B}" type="presOf" srcId="{A24DBD20-4876-4801-A051-F5336B084AD5}" destId="{F07622D8-A5F2-4141-B520-DF3B14F45BAB}" srcOrd="0" destOrd="0" presId="urn:microsoft.com/office/officeart/2005/8/layout/hierarchy2"/>
    <dgm:cxn modelId="{BA52D739-A160-439D-A974-F2AA74472E71}" srcId="{91642CCB-563E-448E-8EC0-CCA3DB033BCF}" destId="{A24DBD20-4876-4801-A051-F5336B084AD5}" srcOrd="1" destOrd="0" parTransId="{101367BF-9411-4363-9DDF-EF0A88759D80}" sibTransId="{1B55CBF5-7F9C-45A1-967E-95A8087CC362}"/>
    <dgm:cxn modelId="{8C76953E-5435-4403-A7A7-182ED9D72E76}" type="presOf" srcId="{774A8AAA-1E11-4AD3-B2F7-357FE0224C7F}" destId="{299C961A-86E7-4FB9-BBEF-28367F1C9CBA}" srcOrd="0" destOrd="0" presId="urn:microsoft.com/office/officeart/2005/8/layout/hierarchy2"/>
    <dgm:cxn modelId="{DA9DBE95-B96A-4DDD-A2DA-B603DC86D8B4}" type="presOf" srcId="{0D6E755F-E060-4738-BEDD-EAE2E1E6F05D}" destId="{2FEC34BE-1BC6-4F77-9F3F-B55C4D62B030}" srcOrd="0" destOrd="0" presId="urn:microsoft.com/office/officeart/2005/8/layout/hierarchy2"/>
    <dgm:cxn modelId="{976AF798-46C7-46A7-BE40-94C0C2C9D77B}" type="presOf" srcId="{101367BF-9411-4363-9DDF-EF0A88759D80}" destId="{AA55B43B-E1D2-4DA8-A2E3-B0E28774C62B}" srcOrd="0" destOrd="0" presId="urn:microsoft.com/office/officeart/2005/8/layout/hierarchy2"/>
    <dgm:cxn modelId="{D7B2AE9E-5625-479D-BFD3-82D98ADC4133}" type="presOf" srcId="{0D6E755F-E060-4738-BEDD-EAE2E1E6F05D}" destId="{56669195-6C6E-4F1E-A1BD-CD2758110A52}" srcOrd="1" destOrd="0" presId="urn:microsoft.com/office/officeart/2005/8/layout/hierarchy2"/>
    <dgm:cxn modelId="{897ADFAA-97C7-4B57-8CBA-3DBD86F00346}" type="presOf" srcId="{101367BF-9411-4363-9DDF-EF0A88759D80}" destId="{442D7297-C1C7-4A88-A02B-803741D4F7A2}" srcOrd="1" destOrd="0" presId="urn:microsoft.com/office/officeart/2005/8/layout/hierarchy2"/>
    <dgm:cxn modelId="{34814BBE-1AE0-4CE3-8BB8-BA487480FF24}" type="presOf" srcId="{529225C9-2AB0-44B1-BD10-9E83DD6C964B}" destId="{A16F800D-5C6F-4C28-AB75-796DE05CF73F}" srcOrd="0" destOrd="0" presId="urn:microsoft.com/office/officeart/2005/8/layout/hierarchy2"/>
    <dgm:cxn modelId="{0F7BE3D0-F243-4594-88B5-248E14D83C93}" srcId="{774A8AAA-1E11-4AD3-B2F7-357FE0224C7F}" destId="{91642CCB-563E-448E-8EC0-CCA3DB033BCF}" srcOrd="0" destOrd="0" parTransId="{F1893383-7CB6-4C4C-80DF-2916691E7571}" sibTransId="{9FAB9BCA-8865-4EB5-9830-68EC7F11D0A4}"/>
    <dgm:cxn modelId="{F5CDB1DB-81C6-4225-A817-6B6389F6545A}" type="presOf" srcId="{91642CCB-563E-448E-8EC0-CCA3DB033BCF}" destId="{253814CE-F0F0-4866-BAF1-3EE249A8E0AA}" srcOrd="0" destOrd="0" presId="urn:microsoft.com/office/officeart/2005/8/layout/hierarchy2"/>
    <dgm:cxn modelId="{FE3872F4-FAF9-4691-B488-DB9F37B3E815}" srcId="{91642CCB-563E-448E-8EC0-CCA3DB033BCF}" destId="{529225C9-2AB0-44B1-BD10-9E83DD6C964B}" srcOrd="0" destOrd="0" parTransId="{0D6E755F-E060-4738-BEDD-EAE2E1E6F05D}" sibTransId="{8765C010-D14C-4C6A-8282-826D5C6B7E5D}"/>
    <dgm:cxn modelId="{57C8BC6B-507E-4B4D-A6EA-5A6C7CA08AA1}" type="presParOf" srcId="{299C961A-86E7-4FB9-BBEF-28367F1C9CBA}" destId="{BFD81DA4-037B-4C24-AC7A-7A9D1FD60D2F}" srcOrd="0" destOrd="0" presId="urn:microsoft.com/office/officeart/2005/8/layout/hierarchy2"/>
    <dgm:cxn modelId="{3F1ABD2B-DECB-4B86-978F-67312EAE562A}" type="presParOf" srcId="{BFD81DA4-037B-4C24-AC7A-7A9D1FD60D2F}" destId="{253814CE-F0F0-4866-BAF1-3EE249A8E0AA}" srcOrd="0" destOrd="0" presId="urn:microsoft.com/office/officeart/2005/8/layout/hierarchy2"/>
    <dgm:cxn modelId="{450C8133-4939-43DE-BDEF-1DC41437A984}" type="presParOf" srcId="{BFD81DA4-037B-4C24-AC7A-7A9D1FD60D2F}" destId="{539A2E7B-7C17-4B58-A5C8-DD66E425433A}" srcOrd="1" destOrd="0" presId="urn:microsoft.com/office/officeart/2005/8/layout/hierarchy2"/>
    <dgm:cxn modelId="{15F74426-0F70-4D77-AF8C-EF8D356F6A62}" type="presParOf" srcId="{539A2E7B-7C17-4B58-A5C8-DD66E425433A}" destId="{2FEC34BE-1BC6-4F77-9F3F-B55C4D62B030}" srcOrd="0" destOrd="0" presId="urn:microsoft.com/office/officeart/2005/8/layout/hierarchy2"/>
    <dgm:cxn modelId="{8CD42467-97AE-45B7-98A3-1B3C1DB25692}" type="presParOf" srcId="{2FEC34BE-1BC6-4F77-9F3F-B55C4D62B030}" destId="{56669195-6C6E-4F1E-A1BD-CD2758110A52}" srcOrd="0" destOrd="0" presId="urn:microsoft.com/office/officeart/2005/8/layout/hierarchy2"/>
    <dgm:cxn modelId="{12EB9A56-30B6-4E51-BD31-9A9A390D65F6}" type="presParOf" srcId="{539A2E7B-7C17-4B58-A5C8-DD66E425433A}" destId="{CC4FA8A9-A6B3-461D-9FDF-02A5B46293A7}" srcOrd="1" destOrd="0" presId="urn:microsoft.com/office/officeart/2005/8/layout/hierarchy2"/>
    <dgm:cxn modelId="{6DCA4803-87C0-425D-A44D-6690B9117A1B}" type="presParOf" srcId="{CC4FA8A9-A6B3-461D-9FDF-02A5B46293A7}" destId="{A16F800D-5C6F-4C28-AB75-796DE05CF73F}" srcOrd="0" destOrd="0" presId="urn:microsoft.com/office/officeart/2005/8/layout/hierarchy2"/>
    <dgm:cxn modelId="{C07113BA-B802-4B72-8E27-28ABB1C1971E}" type="presParOf" srcId="{CC4FA8A9-A6B3-461D-9FDF-02A5B46293A7}" destId="{5009AD36-5450-4866-8EDD-2E4868550CCE}" srcOrd="1" destOrd="0" presId="urn:microsoft.com/office/officeart/2005/8/layout/hierarchy2"/>
    <dgm:cxn modelId="{B6F8FD05-D495-4C7D-AE9D-591A5471012B}" type="presParOf" srcId="{539A2E7B-7C17-4B58-A5C8-DD66E425433A}" destId="{AA55B43B-E1D2-4DA8-A2E3-B0E28774C62B}" srcOrd="2" destOrd="0" presId="urn:microsoft.com/office/officeart/2005/8/layout/hierarchy2"/>
    <dgm:cxn modelId="{6F9090ED-9DA3-48A0-949A-6788C70D179A}" type="presParOf" srcId="{AA55B43B-E1D2-4DA8-A2E3-B0E28774C62B}" destId="{442D7297-C1C7-4A88-A02B-803741D4F7A2}" srcOrd="0" destOrd="0" presId="urn:microsoft.com/office/officeart/2005/8/layout/hierarchy2"/>
    <dgm:cxn modelId="{2760BCE6-EC4D-43EE-B640-82F3C3C35726}" type="presParOf" srcId="{539A2E7B-7C17-4B58-A5C8-DD66E425433A}" destId="{BF04901F-B9D3-494F-BD7E-9E668824E795}" srcOrd="3" destOrd="0" presId="urn:microsoft.com/office/officeart/2005/8/layout/hierarchy2"/>
    <dgm:cxn modelId="{66680E81-283D-4BA6-A7B4-967B1346CB44}" type="presParOf" srcId="{BF04901F-B9D3-494F-BD7E-9E668824E795}" destId="{F07622D8-A5F2-4141-B520-DF3B14F45BAB}" srcOrd="0" destOrd="0" presId="urn:microsoft.com/office/officeart/2005/8/layout/hierarchy2"/>
    <dgm:cxn modelId="{C96DC5A6-4D61-4619-BDDE-BFA9743C4B27}" type="presParOf" srcId="{BF04901F-B9D3-494F-BD7E-9E668824E795}" destId="{3FF34EFB-4075-4747-B520-AEA1D49F3E2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A8AAA-1E11-4AD3-B2F7-357FE0224C7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642CCB-563E-448E-8EC0-CCA3DB033BCF}">
      <dgm:prSet phldrT="[Text]" custT="1"/>
      <dgm:spPr/>
      <dgm:t>
        <a:bodyPr/>
        <a:lstStyle/>
        <a:p>
          <a:pPr rtl="1"/>
          <a:r>
            <a:rPr lang="ar-SA" sz="3000" b="0" i="0" dirty="0"/>
            <a:t>رگرسیون </a:t>
          </a:r>
          <a:r>
            <a:rPr lang="en-US" sz="3000" b="0" i="0" dirty="0"/>
            <a:t>(</a:t>
          </a:r>
          <a:r>
            <a:rPr lang="en-GB" sz="3000" b="0" i="0" dirty="0"/>
            <a:t>Regression)</a:t>
          </a:r>
          <a:endParaRPr lang="en-GB" sz="3000" dirty="0"/>
        </a:p>
      </dgm:t>
    </dgm:pt>
    <dgm:pt modelId="{F1893383-7CB6-4C4C-80DF-2916691E7571}" type="parTrans" cxnId="{0F7BE3D0-F243-4594-88B5-248E14D83C93}">
      <dgm:prSet/>
      <dgm:spPr/>
      <dgm:t>
        <a:bodyPr/>
        <a:lstStyle/>
        <a:p>
          <a:endParaRPr lang="en-GB"/>
        </a:p>
      </dgm:t>
    </dgm:pt>
    <dgm:pt modelId="{9FAB9BCA-8865-4EB5-9830-68EC7F11D0A4}" type="sibTrans" cxnId="{0F7BE3D0-F243-4594-88B5-248E14D83C93}">
      <dgm:prSet/>
      <dgm:spPr/>
      <dgm:t>
        <a:bodyPr/>
        <a:lstStyle/>
        <a:p>
          <a:endParaRPr lang="en-GB"/>
        </a:p>
      </dgm:t>
    </dgm:pt>
    <dgm:pt modelId="{529225C9-2AB0-44B1-BD10-9E83DD6C964B}">
      <dgm:prSet phldrT="[Text]" custT="1"/>
      <dgm:spPr/>
      <dgm:t>
        <a:bodyPr/>
        <a:lstStyle/>
        <a:p>
          <a:pPr rtl="1"/>
          <a:r>
            <a:rPr lang="ar-SA" sz="2800" dirty="0"/>
            <a:t>رگرسیون خطی</a:t>
          </a:r>
          <a:endParaRPr lang="en-GB" sz="2800" dirty="0"/>
        </a:p>
      </dgm:t>
    </dgm:pt>
    <dgm:pt modelId="{0D6E755F-E060-4738-BEDD-EAE2E1E6F05D}" type="parTrans" cxnId="{FE3872F4-FAF9-4691-B488-DB9F37B3E815}">
      <dgm:prSet/>
      <dgm:spPr/>
      <dgm:t>
        <a:bodyPr/>
        <a:lstStyle/>
        <a:p>
          <a:endParaRPr lang="en-GB" dirty="0"/>
        </a:p>
      </dgm:t>
    </dgm:pt>
    <dgm:pt modelId="{8765C010-D14C-4C6A-8282-826D5C6B7E5D}" type="sibTrans" cxnId="{FE3872F4-FAF9-4691-B488-DB9F37B3E815}">
      <dgm:prSet/>
      <dgm:spPr/>
      <dgm:t>
        <a:bodyPr/>
        <a:lstStyle/>
        <a:p>
          <a:endParaRPr lang="en-GB"/>
        </a:p>
      </dgm:t>
    </dgm:pt>
    <dgm:pt modelId="{A24DBD20-4876-4801-A051-F5336B084AD5}">
      <dgm:prSet phldrT="[Text]" custT="1"/>
      <dgm:spPr/>
      <dgm:t>
        <a:bodyPr/>
        <a:lstStyle/>
        <a:p>
          <a:pPr rtl="1"/>
          <a:r>
            <a:rPr lang="ar-SA" sz="2800" dirty="0"/>
            <a:t>رگرسیون چندجمله‌ای</a:t>
          </a:r>
          <a:endParaRPr lang="en-GB" sz="2800" dirty="0"/>
        </a:p>
      </dgm:t>
    </dgm:pt>
    <dgm:pt modelId="{101367BF-9411-4363-9DDF-EF0A88759D80}" type="parTrans" cxnId="{BA52D739-A160-439D-A974-F2AA74472E71}">
      <dgm:prSet/>
      <dgm:spPr/>
      <dgm:t>
        <a:bodyPr/>
        <a:lstStyle/>
        <a:p>
          <a:endParaRPr lang="en-GB" dirty="0"/>
        </a:p>
      </dgm:t>
    </dgm:pt>
    <dgm:pt modelId="{1B55CBF5-7F9C-45A1-967E-95A8087CC362}" type="sibTrans" cxnId="{BA52D739-A160-439D-A974-F2AA74472E71}">
      <dgm:prSet/>
      <dgm:spPr/>
      <dgm:t>
        <a:bodyPr/>
        <a:lstStyle/>
        <a:p>
          <a:endParaRPr lang="en-GB"/>
        </a:p>
      </dgm:t>
    </dgm:pt>
    <dgm:pt modelId="{299C961A-86E7-4FB9-BBEF-28367F1C9CBA}" type="pres">
      <dgm:prSet presAssocID="{774A8AAA-1E11-4AD3-B2F7-357FE0224C7F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BFD81DA4-037B-4C24-AC7A-7A9D1FD60D2F}" type="pres">
      <dgm:prSet presAssocID="{91642CCB-563E-448E-8EC0-CCA3DB033BCF}" presName="root1" presStyleCnt="0"/>
      <dgm:spPr/>
    </dgm:pt>
    <dgm:pt modelId="{253814CE-F0F0-4866-BAF1-3EE249A8E0AA}" type="pres">
      <dgm:prSet presAssocID="{91642CCB-563E-448E-8EC0-CCA3DB033BCF}" presName="LevelOneTextNode" presStyleLbl="node0" presStyleIdx="0" presStyleCnt="1" custScaleX="110752">
        <dgm:presLayoutVars>
          <dgm:chPref val="3"/>
        </dgm:presLayoutVars>
      </dgm:prSet>
      <dgm:spPr/>
    </dgm:pt>
    <dgm:pt modelId="{539A2E7B-7C17-4B58-A5C8-DD66E425433A}" type="pres">
      <dgm:prSet presAssocID="{91642CCB-563E-448E-8EC0-CCA3DB033BCF}" presName="level2hierChild" presStyleCnt="0"/>
      <dgm:spPr/>
    </dgm:pt>
    <dgm:pt modelId="{2FEC34BE-1BC6-4F77-9F3F-B55C4D62B030}" type="pres">
      <dgm:prSet presAssocID="{0D6E755F-E060-4738-BEDD-EAE2E1E6F05D}" presName="conn2-1" presStyleLbl="parChTrans1D2" presStyleIdx="0" presStyleCnt="2"/>
      <dgm:spPr/>
    </dgm:pt>
    <dgm:pt modelId="{56669195-6C6E-4F1E-A1BD-CD2758110A52}" type="pres">
      <dgm:prSet presAssocID="{0D6E755F-E060-4738-BEDD-EAE2E1E6F05D}" presName="connTx" presStyleLbl="parChTrans1D2" presStyleIdx="0" presStyleCnt="2"/>
      <dgm:spPr/>
    </dgm:pt>
    <dgm:pt modelId="{CC4FA8A9-A6B3-461D-9FDF-02A5B46293A7}" type="pres">
      <dgm:prSet presAssocID="{529225C9-2AB0-44B1-BD10-9E83DD6C964B}" presName="root2" presStyleCnt="0"/>
      <dgm:spPr/>
    </dgm:pt>
    <dgm:pt modelId="{A16F800D-5C6F-4C28-AB75-796DE05CF73F}" type="pres">
      <dgm:prSet presAssocID="{529225C9-2AB0-44B1-BD10-9E83DD6C964B}" presName="LevelTwoTextNode" presStyleLbl="node2" presStyleIdx="0" presStyleCnt="2">
        <dgm:presLayoutVars>
          <dgm:chPref val="3"/>
        </dgm:presLayoutVars>
      </dgm:prSet>
      <dgm:spPr/>
    </dgm:pt>
    <dgm:pt modelId="{5009AD36-5450-4866-8EDD-2E4868550CCE}" type="pres">
      <dgm:prSet presAssocID="{529225C9-2AB0-44B1-BD10-9E83DD6C964B}" presName="level3hierChild" presStyleCnt="0"/>
      <dgm:spPr/>
    </dgm:pt>
    <dgm:pt modelId="{AA55B43B-E1D2-4DA8-A2E3-B0E28774C62B}" type="pres">
      <dgm:prSet presAssocID="{101367BF-9411-4363-9DDF-EF0A88759D80}" presName="conn2-1" presStyleLbl="parChTrans1D2" presStyleIdx="1" presStyleCnt="2"/>
      <dgm:spPr/>
    </dgm:pt>
    <dgm:pt modelId="{442D7297-C1C7-4A88-A02B-803741D4F7A2}" type="pres">
      <dgm:prSet presAssocID="{101367BF-9411-4363-9DDF-EF0A88759D80}" presName="connTx" presStyleLbl="parChTrans1D2" presStyleIdx="1" presStyleCnt="2"/>
      <dgm:spPr/>
    </dgm:pt>
    <dgm:pt modelId="{BF04901F-B9D3-494F-BD7E-9E668824E795}" type="pres">
      <dgm:prSet presAssocID="{A24DBD20-4876-4801-A051-F5336B084AD5}" presName="root2" presStyleCnt="0"/>
      <dgm:spPr/>
    </dgm:pt>
    <dgm:pt modelId="{F07622D8-A5F2-4141-B520-DF3B14F45BAB}" type="pres">
      <dgm:prSet presAssocID="{A24DBD20-4876-4801-A051-F5336B084AD5}" presName="LevelTwoTextNode" presStyleLbl="node2" presStyleIdx="1" presStyleCnt="2">
        <dgm:presLayoutVars>
          <dgm:chPref val="3"/>
        </dgm:presLayoutVars>
      </dgm:prSet>
      <dgm:spPr/>
    </dgm:pt>
    <dgm:pt modelId="{3FF34EFB-4075-4747-B520-AEA1D49F3E2B}" type="pres">
      <dgm:prSet presAssocID="{A24DBD20-4876-4801-A051-F5336B084AD5}" presName="level3hierChild" presStyleCnt="0"/>
      <dgm:spPr/>
    </dgm:pt>
  </dgm:ptLst>
  <dgm:cxnLst>
    <dgm:cxn modelId="{866A9911-4DBF-42E3-B9C8-3D054026396B}" type="presOf" srcId="{A24DBD20-4876-4801-A051-F5336B084AD5}" destId="{F07622D8-A5F2-4141-B520-DF3B14F45BAB}" srcOrd="0" destOrd="0" presId="urn:microsoft.com/office/officeart/2005/8/layout/hierarchy2"/>
    <dgm:cxn modelId="{BA52D739-A160-439D-A974-F2AA74472E71}" srcId="{91642CCB-563E-448E-8EC0-CCA3DB033BCF}" destId="{A24DBD20-4876-4801-A051-F5336B084AD5}" srcOrd="1" destOrd="0" parTransId="{101367BF-9411-4363-9DDF-EF0A88759D80}" sibTransId="{1B55CBF5-7F9C-45A1-967E-95A8087CC362}"/>
    <dgm:cxn modelId="{8C76953E-5435-4403-A7A7-182ED9D72E76}" type="presOf" srcId="{774A8AAA-1E11-4AD3-B2F7-357FE0224C7F}" destId="{299C961A-86E7-4FB9-BBEF-28367F1C9CBA}" srcOrd="0" destOrd="0" presId="urn:microsoft.com/office/officeart/2005/8/layout/hierarchy2"/>
    <dgm:cxn modelId="{DA9DBE95-B96A-4DDD-A2DA-B603DC86D8B4}" type="presOf" srcId="{0D6E755F-E060-4738-BEDD-EAE2E1E6F05D}" destId="{2FEC34BE-1BC6-4F77-9F3F-B55C4D62B030}" srcOrd="0" destOrd="0" presId="urn:microsoft.com/office/officeart/2005/8/layout/hierarchy2"/>
    <dgm:cxn modelId="{976AF798-46C7-46A7-BE40-94C0C2C9D77B}" type="presOf" srcId="{101367BF-9411-4363-9DDF-EF0A88759D80}" destId="{AA55B43B-E1D2-4DA8-A2E3-B0E28774C62B}" srcOrd="0" destOrd="0" presId="urn:microsoft.com/office/officeart/2005/8/layout/hierarchy2"/>
    <dgm:cxn modelId="{D7B2AE9E-5625-479D-BFD3-82D98ADC4133}" type="presOf" srcId="{0D6E755F-E060-4738-BEDD-EAE2E1E6F05D}" destId="{56669195-6C6E-4F1E-A1BD-CD2758110A52}" srcOrd="1" destOrd="0" presId="urn:microsoft.com/office/officeart/2005/8/layout/hierarchy2"/>
    <dgm:cxn modelId="{897ADFAA-97C7-4B57-8CBA-3DBD86F00346}" type="presOf" srcId="{101367BF-9411-4363-9DDF-EF0A88759D80}" destId="{442D7297-C1C7-4A88-A02B-803741D4F7A2}" srcOrd="1" destOrd="0" presId="urn:microsoft.com/office/officeart/2005/8/layout/hierarchy2"/>
    <dgm:cxn modelId="{34814BBE-1AE0-4CE3-8BB8-BA487480FF24}" type="presOf" srcId="{529225C9-2AB0-44B1-BD10-9E83DD6C964B}" destId="{A16F800D-5C6F-4C28-AB75-796DE05CF73F}" srcOrd="0" destOrd="0" presId="urn:microsoft.com/office/officeart/2005/8/layout/hierarchy2"/>
    <dgm:cxn modelId="{0F7BE3D0-F243-4594-88B5-248E14D83C93}" srcId="{774A8AAA-1E11-4AD3-B2F7-357FE0224C7F}" destId="{91642CCB-563E-448E-8EC0-CCA3DB033BCF}" srcOrd="0" destOrd="0" parTransId="{F1893383-7CB6-4C4C-80DF-2916691E7571}" sibTransId="{9FAB9BCA-8865-4EB5-9830-68EC7F11D0A4}"/>
    <dgm:cxn modelId="{F5CDB1DB-81C6-4225-A817-6B6389F6545A}" type="presOf" srcId="{91642CCB-563E-448E-8EC0-CCA3DB033BCF}" destId="{253814CE-F0F0-4866-BAF1-3EE249A8E0AA}" srcOrd="0" destOrd="0" presId="urn:microsoft.com/office/officeart/2005/8/layout/hierarchy2"/>
    <dgm:cxn modelId="{FE3872F4-FAF9-4691-B488-DB9F37B3E815}" srcId="{91642CCB-563E-448E-8EC0-CCA3DB033BCF}" destId="{529225C9-2AB0-44B1-BD10-9E83DD6C964B}" srcOrd="0" destOrd="0" parTransId="{0D6E755F-E060-4738-BEDD-EAE2E1E6F05D}" sibTransId="{8765C010-D14C-4C6A-8282-826D5C6B7E5D}"/>
    <dgm:cxn modelId="{57C8BC6B-507E-4B4D-A6EA-5A6C7CA08AA1}" type="presParOf" srcId="{299C961A-86E7-4FB9-BBEF-28367F1C9CBA}" destId="{BFD81DA4-037B-4C24-AC7A-7A9D1FD60D2F}" srcOrd="0" destOrd="0" presId="urn:microsoft.com/office/officeart/2005/8/layout/hierarchy2"/>
    <dgm:cxn modelId="{3F1ABD2B-DECB-4B86-978F-67312EAE562A}" type="presParOf" srcId="{BFD81DA4-037B-4C24-AC7A-7A9D1FD60D2F}" destId="{253814CE-F0F0-4866-BAF1-3EE249A8E0AA}" srcOrd="0" destOrd="0" presId="urn:microsoft.com/office/officeart/2005/8/layout/hierarchy2"/>
    <dgm:cxn modelId="{450C8133-4939-43DE-BDEF-1DC41437A984}" type="presParOf" srcId="{BFD81DA4-037B-4C24-AC7A-7A9D1FD60D2F}" destId="{539A2E7B-7C17-4B58-A5C8-DD66E425433A}" srcOrd="1" destOrd="0" presId="urn:microsoft.com/office/officeart/2005/8/layout/hierarchy2"/>
    <dgm:cxn modelId="{15F74426-0F70-4D77-AF8C-EF8D356F6A62}" type="presParOf" srcId="{539A2E7B-7C17-4B58-A5C8-DD66E425433A}" destId="{2FEC34BE-1BC6-4F77-9F3F-B55C4D62B030}" srcOrd="0" destOrd="0" presId="urn:microsoft.com/office/officeart/2005/8/layout/hierarchy2"/>
    <dgm:cxn modelId="{8CD42467-97AE-45B7-98A3-1B3C1DB25692}" type="presParOf" srcId="{2FEC34BE-1BC6-4F77-9F3F-B55C4D62B030}" destId="{56669195-6C6E-4F1E-A1BD-CD2758110A52}" srcOrd="0" destOrd="0" presId="urn:microsoft.com/office/officeart/2005/8/layout/hierarchy2"/>
    <dgm:cxn modelId="{12EB9A56-30B6-4E51-BD31-9A9A390D65F6}" type="presParOf" srcId="{539A2E7B-7C17-4B58-A5C8-DD66E425433A}" destId="{CC4FA8A9-A6B3-461D-9FDF-02A5B46293A7}" srcOrd="1" destOrd="0" presId="urn:microsoft.com/office/officeart/2005/8/layout/hierarchy2"/>
    <dgm:cxn modelId="{6DCA4803-87C0-425D-A44D-6690B9117A1B}" type="presParOf" srcId="{CC4FA8A9-A6B3-461D-9FDF-02A5B46293A7}" destId="{A16F800D-5C6F-4C28-AB75-796DE05CF73F}" srcOrd="0" destOrd="0" presId="urn:microsoft.com/office/officeart/2005/8/layout/hierarchy2"/>
    <dgm:cxn modelId="{C07113BA-B802-4B72-8E27-28ABB1C1971E}" type="presParOf" srcId="{CC4FA8A9-A6B3-461D-9FDF-02A5B46293A7}" destId="{5009AD36-5450-4866-8EDD-2E4868550CCE}" srcOrd="1" destOrd="0" presId="urn:microsoft.com/office/officeart/2005/8/layout/hierarchy2"/>
    <dgm:cxn modelId="{B6F8FD05-D495-4C7D-AE9D-591A5471012B}" type="presParOf" srcId="{539A2E7B-7C17-4B58-A5C8-DD66E425433A}" destId="{AA55B43B-E1D2-4DA8-A2E3-B0E28774C62B}" srcOrd="2" destOrd="0" presId="urn:microsoft.com/office/officeart/2005/8/layout/hierarchy2"/>
    <dgm:cxn modelId="{6F9090ED-9DA3-48A0-949A-6788C70D179A}" type="presParOf" srcId="{AA55B43B-E1D2-4DA8-A2E3-B0E28774C62B}" destId="{442D7297-C1C7-4A88-A02B-803741D4F7A2}" srcOrd="0" destOrd="0" presId="urn:microsoft.com/office/officeart/2005/8/layout/hierarchy2"/>
    <dgm:cxn modelId="{2760BCE6-EC4D-43EE-B640-82F3C3C35726}" type="presParOf" srcId="{539A2E7B-7C17-4B58-A5C8-DD66E425433A}" destId="{BF04901F-B9D3-494F-BD7E-9E668824E795}" srcOrd="3" destOrd="0" presId="urn:microsoft.com/office/officeart/2005/8/layout/hierarchy2"/>
    <dgm:cxn modelId="{66680E81-283D-4BA6-A7B4-967B1346CB44}" type="presParOf" srcId="{BF04901F-B9D3-494F-BD7E-9E668824E795}" destId="{F07622D8-A5F2-4141-B520-DF3B14F45BAB}" srcOrd="0" destOrd="0" presId="urn:microsoft.com/office/officeart/2005/8/layout/hierarchy2"/>
    <dgm:cxn modelId="{C96DC5A6-4D61-4619-BDDE-BFA9743C4B27}" type="presParOf" srcId="{BF04901F-B9D3-494F-BD7E-9E668824E795}" destId="{3FF34EFB-4075-4747-B520-AEA1D49F3E2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EF6BA5-51B8-431A-85DB-1A4F6EE68D4D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8E4B9CE-9B38-4E90-AD70-33149D62FA12}">
      <dgm:prSet phldrT="[Text]" custT="1"/>
      <dgm:spPr/>
      <dgm:t>
        <a:bodyPr/>
        <a:lstStyle/>
        <a:p>
          <a:r>
            <a:rPr lang="ar-SA" sz="2300" b="1" i="0" dirty="0"/>
            <a:t>مرحله 1:</a:t>
          </a:r>
          <a:r>
            <a:rPr lang="ar-SA" sz="2300" b="0" i="0" dirty="0"/>
            <a:t> یک نقطه رندوم انتخاب کن</a:t>
          </a:r>
          <a:endParaRPr lang="en-GB" sz="2300" dirty="0"/>
        </a:p>
      </dgm:t>
    </dgm:pt>
    <dgm:pt modelId="{5E97DEA3-59B1-4664-8BE3-285E348A3908}" type="parTrans" cxnId="{E5EE3DF8-6799-4C1B-82A4-5AD875D7DE86}">
      <dgm:prSet/>
      <dgm:spPr/>
      <dgm:t>
        <a:bodyPr/>
        <a:lstStyle/>
        <a:p>
          <a:endParaRPr lang="en-GB"/>
        </a:p>
      </dgm:t>
    </dgm:pt>
    <dgm:pt modelId="{31BAA5AE-7C32-44F4-9289-C837E2E34EB2}" type="sibTrans" cxnId="{E5EE3DF8-6799-4C1B-82A4-5AD875D7DE86}">
      <dgm:prSet/>
      <dgm:spPr/>
      <dgm:t>
        <a:bodyPr/>
        <a:lstStyle/>
        <a:p>
          <a:endParaRPr lang="en-GB"/>
        </a:p>
      </dgm:t>
    </dgm:pt>
    <dgm:pt modelId="{A9D844EE-C317-44E9-9747-223AFD893BDB}">
      <dgm:prSet phldrT="[Text]" custT="1"/>
      <dgm:spPr/>
      <dgm:t>
        <a:bodyPr/>
        <a:lstStyle/>
        <a:p>
          <a:r>
            <a:rPr lang="ar-SA" sz="2400" b="1" i="0" dirty="0"/>
            <a:t>مرحله 2:</a:t>
          </a:r>
          <a:r>
            <a:rPr lang="ar-SA" sz="2400" b="0" i="0" dirty="0"/>
            <a:t> مقدار مشتق در این نقطه را حساب کن</a:t>
          </a:r>
          <a:endParaRPr lang="en-GB" sz="2400" dirty="0"/>
        </a:p>
      </dgm:t>
    </dgm:pt>
    <dgm:pt modelId="{DB8FDB1B-F481-4777-99DF-54E70E9EC495}" type="parTrans" cxnId="{B0CB96A0-7F2D-4725-9283-1E0529D69EED}">
      <dgm:prSet/>
      <dgm:spPr/>
      <dgm:t>
        <a:bodyPr/>
        <a:lstStyle/>
        <a:p>
          <a:endParaRPr lang="en-GB"/>
        </a:p>
      </dgm:t>
    </dgm:pt>
    <dgm:pt modelId="{57C7F864-0D2A-4C35-9518-07A6EDAD1620}" type="sibTrans" cxnId="{B0CB96A0-7F2D-4725-9283-1E0529D69EED}">
      <dgm:prSet/>
      <dgm:spPr/>
      <dgm:t>
        <a:bodyPr/>
        <a:lstStyle/>
        <a:p>
          <a:endParaRPr lang="en-GB"/>
        </a:p>
      </dgm:t>
    </dgm:pt>
    <dgm:pt modelId="{BF1EFA15-A5D3-4DC5-A742-DD9C081CD148}">
      <dgm:prSet phldrT="[Text]" custT="1"/>
      <dgm:spPr/>
      <dgm:t>
        <a:bodyPr/>
        <a:lstStyle/>
        <a:p>
          <a:r>
            <a:rPr lang="ar-SA" sz="2200" b="1" i="0" dirty="0"/>
            <a:t>مرحله 3:</a:t>
          </a:r>
          <a:r>
            <a:rPr lang="ar-SA" sz="2200" b="0" i="0" dirty="0"/>
            <a:t> از رابطه </a:t>
          </a:r>
          <a:endParaRPr lang="fa-IR" sz="2200" b="0" i="0" dirty="0"/>
        </a:p>
        <a:p>
          <a:r>
            <a:rPr lang="ar-SA" sz="2200" b="0" i="0" dirty="0"/>
            <a:t> </a:t>
          </a:r>
          <a:r>
            <a:rPr lang="en-GB" sz="2200" b="1" i="0" dirty="0" err="1"/>
            <a:t>x</a:t>
          </a:r>
          <a:r>
            <a:rPr lang="en-GB" sz="2200" b="1" i="0" baseline="-25000" dirty="0" err="1"/>
            <a:t>new</a:t>
          </a:r>
          <a:r>
            <a:rPr lang="en-GB" sz="2200" b="1" i="0" dirty="0"/>
            <a:t>=x – </a:t>
          </a:r>
          <a:r>
            <a:rPr lang="en-GB" sz="2200" b="1" i="0" dirty="0" err="1"/>
            <a:t>df</a:t>
          </a:r>
          <a:r>
            <a:rPr lang="en-GB" sz="2200" b="1" i="0" dirty="0"/>
            <a:t>/dx</a:t>
          </a:r>
          <a:r>
            <a:rPr lang="ar-SA" sz="2200" b="0" i="0" dirty="0"/>
            <a:t>برای محاسبه مقدار جدید استفاده کن</a:t>
          </a:r>
          <a:endParaRPr lang="en-GB" sz="2200" dirty="0"/>
        </a:p>
      </dgm:t>
    </dgm:pt>
    <dgm:pt modelId="{D561F320-B64C-425B-9BE9-78CAAE0C0F69}" type="parTrans" cxnId="{59CADBDD-A65A-47FA-955E-D9F0FF525963}">
      <dgm:prSet/>
      <dgm:spPr/>
      <dgm:t>
        <a:bodyPr/>
        <a:lstStyle/>
        <a:p>
          <a:endParaRPr lang="en-GB"/>
        </a:p>
      </dgm:t>
    </dgm:pt>
    <dgm:pt modelId="{891654BD-DA9F-4965-9927-4515F03BC6E1}" type="sibTrans" cxnId="{59CADBDD-A65A-47FA-955E-D9F0FF525963}">
      <dgm:prSet/>
      <dgm:spPr/>
      <dgm:t>
        <a:bodyPr/>
        <a:lstStyle/>
        <a:p>
          <a:endParaRPr lang="en-GB"/>
        </a:p>
      </dgm:t>
    </dgm:pt>
    <dgm:pt modelId="{496BA108-A3D6-4BA1-82A8-93289608837C}" type="pres">
      <dgm:prSet presAssocID="{AEEF6BA5-51B8-431A-85DB-1A4F6EE68D4D}" presName="Name0" presStyleCnt="0">
        <dgm:presLayoutVars>
          <dgm:chMax val="11"/>
          <dgm:chPref val="11"/>
          <dgm:dir val="rev"/>
          <dgm:resizeHandles/>
        </dgm:presLayoutVars>
      </dgm:prSet>
      <dgm:spPr/>
    </dgm:pt>
    <dgm:pt modelId="{2E4DC4CE-F536-4687-8833-C601CB817E2C}" type="pres">
      <dgm:prSet presAssocID="{BF1EFA15-A5D3-4DC5-A742-DD9C081CD148}" presName="Accent3" presStyleCnt="0"/>
      <dgm:spPr/>
    </dgm:pt>
    <dgm:pt modelId="{D81BFB48-8AA3-4320-A046-769AFB7A7C35}" type="pres">
      <dgm:prSet presAssocID="{BF1EFA15-A5D3-4DC5-A742-DD9C081CD148}" presName="Accent" presStyleLbl="node1" presStyleIdx="0" presStyleCnt="3"/>
      <dgm:spPr/>
    </dgm:pt>
    <dgm:pt modelId="{4480BCB7-AE61-4C70-A735-D83E80651832}" type="pres">
      <dgm:prSet presAssocID="{BF1EFA15-A5D3-4DC5-A742-DD9C081CD148}" presName="ParentBackground3" presStyleCnt="0"/>
      <dgm:spPr/>
    </dgm:pt>
    <dgm:pt modelId="{D9F5048B-15C5-4A2C-A5C6-F3A8704C4780}" type="pres">
      <dgm:prSet presAssocID="{BF1EFA15-A5D3-4DC5-A742-DD9C081CD148}" presName="ParentBackground" presStyleLbl="fgAcc1" presStyleIdx="0" presStyleCnt="3"/>
      <dgm:spPr/>
    </dgm:pt>
    <dgm:pt modelId="{C9FD9D35-4862-403F-B6DA-4812AC3D432F}" type="pres">
      <dgm:prSet presAssocID="{BF1EFA15-A5D3-4DC5-A742-DD9C081CD14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10074B5-D57A-44BE-9ACA-9D38302D794E}" type="pres">
      <dgm:prSet presAssocID="{A9D844EE-C317-44E9-9747-223AFD893BDB}" presName="Accent2" presStyleCnt="0"/>
      <dgm:spPr/>
    </dgm:pt>
    <dgm:pt modelId="{03D75D52-849A-4B0D-81F0-34265CEE8D0F}" type="pres">
      <dgm:prSet presAssocID="{A9D844EE-C317-44E9-9747-223AFD893BDB}" presName="Accent" presStyleLbl="node1" presStyleIdx="1" presStyleCnt="3"/>
      <dgm:spPr/>
    </dgm:pt>
    <dgm:pt modelId="{10BAA4B6-ECA8-4749-9ED1-85DEF1E12A9B}" type="pres">
      <dgm:prSet presAssocID="{A9D844EE-C317-44E9-9747-223AFD893BDB}" presName="ParentBackground2" presStyleCnt="0"/>
      <dgm:spPr/>
    </dgm:pt>
    <dgm:pt modelId="{1C603114-7728-46A3-877A-B4E65DC8C738}" type="pres">
      <dgm:prSet presAssocID="{A9D844EE-C317-44E9-9747-223AFD893BDB}" presName="ParentBackground" presStyleLbl="fgAcc1" presStyleIdx="1" presStyleCnt="3"/>
      <dgm:spPr/>
    </dgm:pt>
    <dgm:pt modelId="{126020FB-595C-4151-BAAB-F5DC95F5D81C}" type="pres">
      <dgm:prSet presAssocID="{A9D844EE-C317-44E9-9747-223AFD893BD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2D45E1E-6F0B-46C3-8B1A-670F7DDDCB66}" type="pres">
      <dgm:prSet presAssocID="{A8E4B9CE-9B38-4E90-AD70-33149D62FA12}" presName="Accent1" presStyleCnt="0"/>
      <dgm:spPr/>
    </dgm:pt>
    <dgm:pt modelId="{6C7B3BD6-41E1-49A1-BBA9-7F3E0C4808EA}" type="pres">
      <dgm:prSet presAssocID="{A8E4B9CE-9B38-4E90-AD70-33149D62FA12}" presName="Accent" presStyleLbl="node1" presStyleIdx="2" presStyleCnt="3"/>
      <dgm:spPr/>
    </dgm:pt>
    <dgm:pt modelId="{B0A2BA18-46AA-4162-8484-6EF6BECA8D01}" type="pres">
      <dgm:prSet presAssocID="{A8E4B9CE-9B38-4E90-AD70-33149D62FA12}" presName="ParentBackground1" presStyleCnt="0"/>
      <dgm:spPr/>
    </dgm:pt>
    <dgm:pt modelId="{5677D0F4-380D-4277-BFE5-9F3B5249601B}" type="pres">
      <dgm:prSet presAssocID="{A8E4B9CE-9B38-4E90-AD70-33149D62FA12}" presName="ParentBackground" presStyleLbl="fgAcc1" presStyleIdx="2" presStyleCnt="3"/>
      <dgm:spPr/>
    </dgm:pt>
    <dgm:pt modelId="{C294F20D-AE9A-45A4-9F01-FAE797BFF10C}" type="pres">
      <dgm:prSet presAssocID="{A8E4B9CE-9B38-4E90-AD70-33149D62FA12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1CF9F2B-A9B0-4542-9AB7-4E9512A6CBDF}" type="presOf" srcId="{A9D844EE-C317-44E9-9747-223AFD893BDB}" destId="{126020FB-595C-4151-BAAB-F5DC95F5D81C}" srcOrd="1" destOrd="0" presId="urn:microsoft.com/office/officeart/2011/layout/CircleProcess"/>
    <dgm:cxn modelId="{6EA0D92B-F950-4366-A0BE-A358DAF02DA2}" type="presOf" srcId="{A8E4B9CE-9B38-4E90-AD70-33149D62FA12}" destId="{C294F20D-AE9A-45A4-9F01-FAE797BFF10C}" srcOrd="1" destOrd="0" presId="urn:microsoft.com/office/officeart/2011/layout/CircleProcess"/>
    <dgm:cxn modelId="{2F423C3E-6F6A-4D20-BF96-0655A83DBDAD}" type="presOf" srcId="{A8E4B9CE-9B38-4E90-AD70-33149D62FA12}" destId="{5677D0F4-380D-4277-BFE5-9F3B5249601B}" srcOrd="0" destOrd="0" presId="urn:microsoft.com/office/officeart/2011/layout/CircleProcess"/>
    <dgm:cxn modelId="{F4A5F540-E0D4-4557-AD4D-86DD9DFB0155}" type="presOf" srcId="{BF1EFA15-A5D3-4DC5-A742-DD9C081CD148}" destId="{C9FD9D35-4862-403F-B6DA-4812AC3D432F}" srcOrd="1" destOrd="0" presId="urn:microsoft.com/office/officeart/2011/layout/CircleProcess"/>
    <dgm:cxn modelId="{A2D0C166-3E29-4997-AA2F-9A54625F427C}" type="presOf" srcId="{AEEF6BA5-51B8-431A-85DB-1A4F6EE68D4D}" destId="{496BA108-A3D6-4BA1-82A8-93289608837C}" srcOrd="0" destOrd="0" presId="urn:microsoft.com/office/officeart/2011/layout/CircleProcess"/>
    <dgm:cxn modelId="{9FC1D77E-32AD-4CCE-9E46-484333861B42}" type="presOf" srcId="{BF1EFA15-A5D3-4DC5-A742-DD9C081CD148}" destId="{D9F5048B-15C5-4A2C-A5C6-F3A8704C4780}" srcOrd="0" destOrd="0" presId="urn:microsoft.com/office/officeart/2011/layout/CircleProcess"/>
    <dgm:cxn modelId="{B0CB96A0-7F2D-4725-9283-1E0529D69EED}" srcId="{AEEF6BA5-51B8-431A-85DB-1A4F6EE68D4D}" destId="{A9D844EE-C317-44E9-9747-223AFD893BDB}" srcOrd="1" destOrd="0" parTransId="{DB8FDB1B-F481-4777-99DF-54E70E9EC495}" sibTransId="{57C7F864-0D2A-4C35-9518-07A6EDAD1620}"/>
    <dgm:cxn modelId="{B2B4BDD1-D6D6-4C74-A933-5BDB6047A914}" type="presOf" srcId="{A9D844EE-C317-44E9-9747-223AFD893BDB}" destId="{1C603114-7728-46A3-877A-B4E65DC8C738}" srcOrd="0" destOrd="0" presId="urn:microsoft.com/office/officeart/2011/layout/CircleProcess"/>
    <dgm:cxn modelId="{59CADBDD-A65A-47FA-955E-D9F0FF525963}" srcId="{AEEF6BA5-51B8-431A-85DB-1A4F6EE68D4D}" destId="{BF1EFA15-A5D3-4DC5-A742-DD9C081CD148}" srcOrd="2" destOrd="0" parTransId="{D561F320-B64C-425B-9BE9-78CAAE0C0F69}" sibTransId="{891654BD-DA9F-4965-9927-4515F03BC6E1}"/>
    <dgm:cxn modelId="{E5EE3DF8-6799-4C1B-82A4-5AD875D7DE86}" srcId="{AEEF6BA5-51B8-431A-85DB-1A4F6EE68D4D}" destId="{A8E4B9CE-9B38-4E90-AD70-33149D62FA12}" srcOrd="0" destOrd="0" parTransId="{5E97DEA3-59B1-4664-8BE3-285E348A3908}" sibTransId="{31BAA5AE-7C32-44F4-9289-C837E2E34EB2}"/>
    <dgm:cxn modelId="{BE569BA7-BE83-4489-B07B-9DFECFD12ACC}" type="presParOf" srcId="{496BA108-A3D6-4BA1-82A8-93289608837C}" destId="{2E4DC4CE-F536-4687-8833-C601CB817E2C}" srcOrd="0" destOrd="0" presId="urn:microsoft.com/office/officeart/2011/layout/CircleProcess"/>
    <dgm:cxn modelId="{2DE0A95E-7992-4EB1-B3A5-323838201E5F}" type="presParOf" srcId="{2E4DC4CE-F536-4687-8833-C601CB817E2C}" destId="{D81BFB48-8AA3-4320-A046-769AFB7A7C35}" srcOrd="0" destOrd="0" presId="urn:microsoft.com/office/officeart/2011/layout/CircleProcess"/>
    <dgm:cxn modelId="{2535940E-914A-41C4-AC7D-5EA0D733462B}" type="presParOf" srcId="{496BA108-A3D6-4BA1-82A8-93289608837C}" destId="{4480BCB7-AE61-4C70-A735-D83E80651832}" srcOrd="1" destOrd="0" presId="urn:microsoft.com/office/officeart/2011/layout/CircleProcess"/>
    <dgm:cxn modelId="{07C9CB7B-DC0D-42F3-9E62-C6A2106DA1BF}" type="presParOf" srcId="{4480BCB7-AE61-4C70-A735-D83E80651832}" destId="{D9F5048B-15C5-4A2C-A5C6-F3A8704C4780}" srcOrd="0" destOrd="0" presId="urn:microsoft.com/office/officeart/2011/layout/CircleProcess"/>
    <dgm:cxn modelId="{83E3F144-C927-4FBF-8AB8-37B2144F7586}" type="presParOf" srcId="{496BA108-A3D6-4BA1-82A8-93289608837C}" destId="{C9FD9D35-4862-403F-B6DA-4812AC3D432F}" srcOrd="2" destOrd="0" presId="urn:microsoft.com/office/officeart/2011/layout/CircleProcess"/>
    <dgm:cxn modelId="{9EEDBE1D-29D6-4BD2-9A43-4255D325C3EB}" type="presParOf" srcId="{496BA108-A3D6-4BA1-82A8-93289608837C}" destId="{B10074B5-D57A-44BE-9ACA-9D38302D794E}" srcOrd="3" destOrd="0" presId="urn:microsoft.com/office/officeart/2011/layout/CircleProcess"/>
    <dgm:cxn modelId="{5AEF1835-42B2-418A-A367-AA22CD008D62}" type="presParOf" srcId="{B10074B5-D57A-44BE-9ACA-9D38302D794E}" destId="{03D75D52-849A-4B0D-81F0-34265CEE8D0F}" srcOrd="0" destOrd="0" presId="urn:microsoft.com/office/officeart/2011/layout/CircleProcess"/>
    <dgm:cxn modelId="{7677C55C-4A30-4320-A569-BBAE063B1E7D}" type="presParOf" srcId="{496BA108-A3D6-4BA1-82A8-93289608837C}" destId="{10BAA4B6-ECA8-4749-9ED1-85DEF1E12A9B}" srcOrd="4" destOrd="0" presId="urn:microsoft.com/office/officeart/2011/layout/CircleProcess"/>
    <dgm:cxn modelId="{52D7B3AD-480C-4FFB-BF04-51AF6051192E}" type="presParOf" srcId="{10BAA4B6-ECA8-4749-9ED1-85DEF1E12A9B}" destId="{1C603114-7728-46A3-877A-B4E65DC8C738}" srcOrd="0" destOrd="0" presId="urn:microsoft.com/office/officeart/2011/layout/CircleProcess"/>
    <dgm:cxn modelId="{C835701A-10D0-4160-BC14-3A8A4B24DA00}" type="presParOf" srcId="{496BA108-A3D6-4BA1-82A8-93289608837C}" destId="{126020FB-595C-4151-BAAB-F5DC95F5D81C}" srcOrd="5" destOrd="0" presId="urn:microsoft.com/office/officeart/2011/layout/CircleProcess"/>
    <dgm:cxn modelId="{344BC9CF-62BA-43C2-A7FD-20F226472B8B}" type="presParOf" srcId="{496BA108-A3D6-4BA1-82A8-93289608837C}" destId="{72D45E1E-6F0B-46C3-8B1A-670F7DDDCB66}" srcOrd="6" destOrd="0" presId="urn:microsoft.com/office/officeart/2011/layout/CircleProcess"/>
    <dgm:cxn modelId="{02E35963-F87C-4F1A-9238-0656EBF2CA4F}" type="presParOf" srcId="{72D45E1E-6F0B-46C3-8B1A-670F7DDDCB66}" destId="{6C7B3BD6-41E1-49A1-BBA9-7F3E0C4808EA}" srcOrd="0" destOrd="0" presId="urn:microsoft.com/office/officeart/2011/layout/CircleProcess"/>
    <dgm:cxn modelId="{678184DD-269A-4A9A-83F3-08D5EC1EC883}" type="presParOf" srcId="{496BA108-A3D6-4BA1-82A8-93289608837C}" destId="{B0A2BA18-46AA-4162-8484-6EF6BECA8D01}" srcOrd="7" destOrd="0" presId="urn:microsoft.com/office/officeart/2011/layout/CircleProcess"/>
    <dgm:cxn modelId="{D66D174F-4F32-4A52-B7A8-1D3EA1801A2D}" type="presParOf" srcId="{B0A2BA18-46AA-4162-8484-6EF6BECA8D01}" destId="{5677D0F4-380D-4277-BFE5-9F3B5249601B}" srcOrd="0" destOrd="0" presId="urn:microsoft.com/office/officeart/2011/layout/CircleProcess"/>
    <dgm:cxn modelId="{96A3FC53-21C4-4B88-AFC7-C6042EECC3EC}" type="presParOf" srcId="{496BA108-A3D6-4BA1-82A8-93289608837C}" destId="{C294F20D-AE9A-45A4-9F01-FAE797BFF10C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3271BD-EBD1-410A-A669-DE56BFCD9E17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7041265-3738-4C71-9172-0AF44799F743}">
      <dgm:prSet phldrT="[Text]" custT="1"/>
      <dgm:spPr/>
      <dgm:t>
        <a:bodyPr/>
        <a:lstStyle/>
        <a:p>
          <a:pPr rtl="1"/>
          <a:r>
            <a:rPr lang="ar-SA" sz="2400" b="1" i="0" dirty="0"/>
            <a:t>گرادیان کاهشی دسته‌ای </a:t>
          </a:r>
          <a:r>
            <a:rPr lang="en-GB" sz="2400" b="1" i="0" dirty="0"/>
            <a:t>Batch Gradient Descent)</a:t>
          </a:r>
          <a:r>
            <a:rPr lang="fa-IR" sz="2400" b="1" i="0" dirty="0"/>
            <a:t>)</a:t>
          </a:r>
          <a:endParaRPr lang="en-GB" sz="2400" b="1" dirty="0"/>
        </a:p>
      </dgm:t>
    </dgm:pt>
    <dgm:pt modelId="{9B6C5760-A241-43BD-BF49-C757ACE7D701}" type="parTrans" cxnId="{708D254D-DE83-4320-B90B-EB829F0D4FD8}">
      <dgm:prSet/>
      <dgm:spPr/>
      <dgm:t>
        <a:bodyPr/>
        <a:lstStyle/>
        <a:p>
          <a:endParaRPr lang="en-GB"/>
        </a:p>
      </dgm:t>
    </dgm:pt>
    <dgm:pt modelId="{190A3023-678D-42A5-81B5-219DCA4CD4E5}" type="sibTrans" cxnId="{708D254D-DE83-4320-B90B-EB829F0D4FD8}">
      <dgm:prSet/>
      <dgm:spPr/>
      <dgm:t>
        <a:bodyPr/>
        <a:lstStyle/>
        <a:p>
          <a:endParaRPr lang="en-GB"/>
        </a:p>
      </dgm:t>
    </dgm:pt>
    <dgm:pt modelId="{D9BBDAF6-5F48-4414-AF12-1E5181F45BB3}">
      <dgm:prSet phldrT="[Text]" custT="1"/>
      <dgm:spPr/>
      <dgm:t>
        <a:bodyPr/>
        <a:lstStyle/>
        <a:p>
          <a:pPr rtl="1"/>
          <a:r>
            <a:rPr lang="ar-SA" sz="2500" dirty="0"/>
            <a:t>در این روش، گرادیان با استفاده </a:t>
          </a:r>
          <a:r>
            <a:rPr lang="ar-SA" sz="2500" dirty="0">
              <a:solidFill>
                <a:srgbClr val="FF0000"/>
              </a:solidFill>
            </a:rPr>
            <a:t>از کل مجموعه </a:t>
          </a:r>
          <a:r>
            <a:rPr lang="ar-SA" sz="2500" dirty="0"/>
            <a:t>داده در هر مرحله محاسبه می‌شود. این رویکرد </a:t>
          </a:r>
          <a:r>
            <a:rPr lang="ar-SA" sz="2500" dirty="0">
              <a:solidFill>
                <a:srgbClr val="FF0000"/>
              </a:solidFill>
            </a:rPr>
            <a:t>دقت بالایی </a:t>
          </a:r>
          <a:r>
            <a:rPr lang="ar-SA" sz="2500" dirty="0"/>
            <a:t>دارد زیرا گرادیان به طور </a:t>
          </a:r>
          <a:r>
            <a:rPr lang="ar-SA" sz="2500" dirty="0">
              <a:solidFill>
                <a:srgbClr val="FF0000"/>
              </a:solidFill>
            </a:rPr>
            <a:t>کامل و دقیق </a:t>
          </a:r>
          <a:r>
            <a:rPr lang="ar-SA" sz="2500" dirty="0"/>
            <a:t>محاسبه می‌شود، اما برای </a:t>
          </a:r>
          <a:r>
            <a:rPr lang="ar-SA" sz="2500" dirty="0">
              <a:solidFill>
                <a:srgbClr val="FF0000"/>
              </a:solidFill>
            </a:rPr>
            <a:t>مجموعه‌های داده بزرگ</a:t>
          </a:r>
          <a:r>
            <a:rPr lang="ar-SA" sz="2500" dirty="0"/>
            <a:t>، محاسبات آن بسیار </a:t>
          </a:r>
          <a:r>
            <a:rPr lang="ar-SA" sz="2500" dirty="0">
              <a:solidFill>
                <a:srgbClr val="FF0000"/>
              </a:solidFill>
            </a:rPr>
            <a:t>زمان‌بر و سنگین </a:t>
          </a:r>
          <a:r>
            <a:rPr lang="ar-SA" sz="2500" dirty="0"/>
            <a:t>است.</a:t>
          </a:r>
          <a:endParaRPr lang="en-GB" sz="2500" dirty="0"/>
        </a:p>
      </dgm:t>
    </dgm:pt>
    <dgm:pt modelId="{2E471EBF-175D-4750-9CEE-F2CE84D567C1}" type="parTrans" cxnId="{DD4E3AAF-6BA3-46DC-9F3D-90D22B350FF0}">
      <dgm:prSet/>
      <dgm:spPr/>
      <dgm:t>
        <a:bodyPr/>
        <a:lstStyle/>
        <a:p>
          <a:endParaRPr lang="en-GB"/>
        </a:p>
      </dgm:t>
    </dgm:pt>
    <dgm:pt modelId="{87859DA8-B296-4D79-860F-D51802F4AEED}" type="sibTrans" cxnId="{DD4E3AAF-6BA3-46DC-9F3D-90D22B350FF0}">
      <dgm:prSet/>
      <dgm:spPr/>
      <dgm:t>
        <a:bodyPr/>
        <a:lstStyle/>
        <a:p>
          <a:endParaRPr lang="en-GB"/>
        </a:p>
      </dgm:t>
    </dgm:pt>
    <dgm:pt modelId="{BCDEAC5E-9AD7-4C8D-A57E-4CB16C63ED5F}">
      <dgm:prSet phldrT="[Text]"/>
      <dgm:spPr/>
      <dgm:t>
        <a:bodyPr/>
        <a:lstStyle/>
        <a:p>
          <a:pPr rtl="1"/>
          <a:r>
            <a:rPr lang="ar-SA" b="1" i="0" dirty="0"/>
            <a:t>گرادیان کاهشی تصادفی </a:t>
          </a:r>
          <a:r>
            <a:rPr lang="en-GB" b="1" i="0" dirty="0"/>
            <a:t>Stochastic Gradient Descent)</a:t>
          </a:r>
          <a:r>
            <a:rPr lang="fa-IR" b="1" i="0" dirty="0"/>
            <a:t>)</a:t>
          </a:r>
          <a:endParaRPr lang="en-GB" b="1" dirty="0"/>
        </a:p>
      </dgm:t>
    </dgm:pt>
    <dgm:pt modelId="{862755D2-FFD6-42F3-A94A-07FB998D8B29}" type="parTrans" cxnId="{F0AD81C8-98E7-4E13-88F7-0ED58CD38409}">
      <dgm:prSet/>
      <dgm:spPr/>
      <dgm:t>
        <a:bodyPr/>
        <a:lstStyle/>
        <a:p>
          <a:endParaRPr lang="en-GB"/>
        </a:p>
      </dgm:t>
    </dgm:pt>
    <dgm:pt modelId="{C9D0758A-7A7C-465E-960C-5D53261BF6AF}" type="sibTrans" cxnId="{F0AD81C8-98E7-4E13-88F7-0ED58CD38409}">
      <dgm:prSet/>
      <dgm:spPr/>
      <dgm:t>
        <a:bodyPr/>
        <a:lstStyle/>
        <a:p>
          <a:endParaRPr lang="en-GB"/>
        </a:p>
      </dgm:t>
    </dgm:pt>
    <dgm:pt modelId="{7B3F3D04-AE04-4168-8960-71328A821BBF}">
      <dgm:prSet phldrT="[Text]" phldr="1"/>
      <dgm:spPr/>
      <dgm:t>
        <a:bodyPr/>
        <a:lstStyle/>
        <a:p>
          <a:endParaRPr lang="en-GB" dirty="0"/>
        </a:p>
      </dgm:t>
    </dgm:pt>
    <dgm:pt modelId="{FF2B251E-5231-49FB-983C-75EF22F6F4B2}" type="parTrans" cxnId="{C1F9B756-C222-4DE7-9343-C8AD0F03A5C6}">
      <dgm:prSet/>
      <dgm:spPr/>
      <dgm:t>
        <a:bodyPr/>
        <a:lstStyle/>
        <a:p>
          <a:endParaRPr lang="en-GB"/>
        </a:p>
      </dgm:t>
    </dgm:pt>
    <dgm:pt modelId="{D8A07CA0-0DBE-4D57-AD15-C4B21D166A5E}" type="sibTrans" cxnId="{C1F9B756-C222-4DE7-9343-C8AD0F03A5C6}">
      <dgm:prSet/>
      <dgm:spPr/>
      <dgm:t>
        <a:bodyPr/>
        <a:lstStyle/>
        <a:p>
          <a:endParaRPr lang="en-GB"/>
        </a:p>
      </dgm:t>
    </dgm:pt>
    <dgm:pt modelId="{97F4EA1A-383D-48FC-A97F-F09149144880}">
      <dgm:prSet phldrT="[Text]" custT="1"/>
      <dgm:spPr/>
      <dgm:t>
        <a:bodyPr/>
        <a:lstStyle/>
        <a:p>
          <a:pPr rtl="1"/>
          <a:r>
            <a:rPr lang="ar-SA" sz="2600" dirty="0"/>
            <a:t>در این روش، در هر مرحله فقط از </a:t>
          </a:r>
          <a:r>
            <a:rPr lang="ar-SA" sz="2600" dirty="0">
              <a:solidFill>
                <a:srgbClr val="FF0000"/>
              </a:solidFill>
            </a:rPr>
            <a:t>یک نمونه تصادفی </a:t>
          </a:r>
          <a:r>
            <a:rPr lang="ar-SA" sz="2600" dirty="0"/>
            <a:t>از مجموعه داده برای محاسبه گرادیان استفاده می‌شود. این رویکرد </a:t>
          </a:r>
          <a:r>
            <a:rPr lang="ar-SA" sz="2600" dirty="0">
              <a:solidFill>
                <a:srgbClr val="FF0000"/>
              </a:solidFill>
            </a:rPr>
            <a:t>سرعت بیشتری </a:t>
          </a:r>
          <a:r>
            <a:rPr lang="ar-SA" sz="2600" dirty="0"/>
            <a:t>دارد و برای </a:t>
          </a:r>
          <a:r>
            <a:rPr lang="ar-SA" sz="2600" dirty="0">
              <a:solidFill>
                <a:srgbClr val="FF0000"/>
              </a:solidFill>
            </a:rPr>
            <a:t>داده‌های بزرگ مناسب‌تر </a:t>
          </a:r>
          <a:r>
            <a:rPr lang="ar-SA" sz="2600" dirty="0"/>
            <a:t>است، اما </a:t>
          </a:r>
          <a:r>
            <a:rPr lang="ar-SA" sz="2600" dirty="0">
              <a:solidFill>
                <a:srgbClr val="FF0000"/>
              </a:solidFill>
            </a:rPr>
            <a:t>به دلیل استفاده از یک نمونه، مسیر بهینه‌سازی</a:t>
          </a:r>
          <a:r>
            <a:rPr lang="ar-SA" sz="2600" dirty="0"/>
            <a:t> ممکن است </a:t>
          </a:r>
          <a:r>
            <a:rPr lang="ar-SA" sz="2600" dirty="0">
              <a:solidFill>
                <a:srgbClr val="FF0000"/>
              </a:solidFill>
            </a:rPr>
            <a:t>نوسانات زیادی </a:t>
          </a:r>
          <a:r>
            <a:rPr lang="ar-SA" sz="2600" dirty="0"/>
            <a:t>داشته باشد و به </a:t>
          </a:r>
          <a:r>
            <a:rPr lang="ar-SA" sz="2600" dirty="0">
              <a:solidFill>
                <a:srgbClr val="FF0000"/>
              </a:solidFill>
            </a:rPr>
            <a:t>مینیمم دقیق همگرا نشود</a:t>
          </a:r>
          <a:r>
            <a:rPr lang="ar-SA" sz="2600" dirty="0"/>
            <a:t>.</a:t>
          </a:r>
          <a:endParaRPr lang="en-GB" sz="2600" dirty="0"/>
        </a:p>
      </dgm:t>
    </dgm:pt>
    <dgm:pt modelId="{E73776D1-99B9-459B-93A8-5BA3F9A16D1A}" type="parTrans" cxnId="{4A7D432E-E8E9-431A-9EC9-BBA0FDC3E226}">
      <dgm:prSet/>
      <dgm:spPr/>
      <dgm:t>
        <a:bodyPr/>
        <a:lstStyle/>
        <a:p>
          <a:endParaRPr lang="en-GB"/>
        </a:p>
      </dgm:t>
    </dgm:pt>
    <dgm:pt modelId="{9CDAECDD-8399-4046-807F-29A9BA3CE4A5}" type="sibTrans" cxnId="{4A7D432E-E8E9-431A-9EC9-BBA0FDC3E226}">
      <dgm:prSet/>
      <dgm:spPr/>
      <dgm:t>
        <a:bodyPr/>
        <a:lstStyle/>
        <a:p>
          <a:endParaRPr lang="en-GB"/>
        </a:p>
      </dgm:t>
    </dgm:pt>
    <dgm:pt modelId="{4D2B71EE-02AA-4E7C-B5CE-A7F6C22655AD}">
      <dgm:prSet phldrT="[Text]" custT="1"/>
      <dgm:spPr/>
      <dgm:t>
        <a:bodyPr/>
        <a:lstStyle/>
        <a:p>
          <a:pPr rtl="1"/>
          <a:r>
            <a:rPr lang="ar-SA" sz="2400" b="1" dirty="0"/>
            <a:t>گرادیان کاهشی مینی‌بچ </a:t>
          </a:r>
          <a:r>
            <a:rPr lang="en-GB" sz="2400" b="1" dirty="0"/>
            <a:t>Mini-Batch Gradient Descent)</a:t>
          </a:r>
          <a:r>
            <a:rPr lang="fa-IR" sz="2400" b="1" dirty="0"/>
            <a:t>)</a:t>
          </a:r>
          <a:endParaRPr lang="en-GB" sz="2400" b="1" dirty="0"/>
        </a:p>
      </dgm:t>
    </dgm:pt>
    <dgm:pt modelId="{D77E5AED-C468-4335-9931-25C77C6581C0}" type="parTrans" cxnId="{C5E20B36-4D74-479D-89E8-7CFE80E78002}">
      <dgm:prSet/>
      <dgm:spPr/>
      <dgm:t>
        <a:bodyPr/>
        <a:lstStyle/>
        <a:p>
          <a:endParaRPr lang="en-GB"/>
        </a:p>
      </dgm:t>
    </dgm:pt>
    <dgm:pt modelId="{E2D8C5F3-7ABF-44BF-BFDA-8AB827272EC2}" type="sibTrans" cxnId="{C5E20B36-4D74-479D-89E8-7CFE80E78002}">
      <dgm:prSet/>
      <dgm:spPr/>
      <dgm:t>
        <a:bodyPr/>
        <a:lstStyle/>
        <a:p>
          <a:endParaRPr lang="en-GB"/>
        </a:p>
      </dgm:t>
    </dgm:pt>
    <dgm:pt modelId="{F019EAA1-3D30-4D40-8D86-2BCC08A3B874}">
      <dgm:prSet phldrT="[Text]" custT="1"/>
      <dgm:spPr/>
      <dgm:t>
        <a:bodyPr/>
        <a:lstStyle/>
        <a:p>
          <a:pPr rtl="1"/>
          <a:r>
            <a:rPr lang="ar-SA" sz="2600" dirty="0"/>
            <a:t>ترکیبی از دو روش قبلی است و گرادیان با استفاده از یک زیرمجموعه کوچک (مینی‌بچ) از داده‌ها محاسبه می‌شود. مینی‌بچ‌ها معمولاً شامل 32، 64 یا 128 نمونه هستند. این روش تعادلی بین سرعت و دقت ایجاد می‌کند و به همین دلیل در عمل، به‌ویژه در یادگیری عمیق، بسیار پرکاربرد است.</a:t>
          </a:r>
          <a:endParaRPr lang="en-GB" sz="2600" dirty="0"/>
        </a:p>
      </dgm:t>
    </dgm:pt>
    <dgm:pt modelId="{8E3B3B4D-9DD1-4568-892A-C8109C0D08E1}" type="parTrans" cxnId="{3925843D-3412-41E3-A84D-B1AC6ECF8DA6}">
      <dgm:prSet/>
      <dgm:spPr/>
      <dgm:t>
        <a:bodyPr/>
        <a:lstStyle/>
        <a:p>
          <a:endParaRPr lang="en-GB"/>
        </a:p>
      </dgm:t>
    </dgm:pt>
    <dgm:pt modelId="{28CFADBE-E2C9-44E8-99C8-34D040925EA1}" type="sibTrans" cxnId="{3925843D-3412-41E3-A84D-B1AC6ECF8DA6}">
      <dgm:prSet/>
      <dgm:spPr/>
      <dgm:t>
        <a:bodyPr/>
        <a:lstStyle/>
        <a:p>
          <a:endParaRPr lang="en-GB"/>
        </a:p>
      </dgm:t>
    </dgm:pt>
    <dgm:pt modelId="{181F056A-1D6C-4767-924F-F3067F26BE62}">
      <dgm:prSet phldrT="[Text]" phldr="1"/>
      <dgm:spPr/>
      <dgm:t>
        <a:bodyPr/>
        <a:lstStyle/>
        <a:p>
          <a:endParaRPr lang="en-GB" dirty="0"/>
        </a:p>
      </dgm:t>
    </dgm:pt>
    <dgm:pt modelId="{377D77CA-1522-4263-A50F-72374AD53AAD}" type="sibTrans" cxnId="{776AE132-5852-4FA3-9CBA-4A5DB271308B}">
      <dgm:prSet/>
      <dgm:spPr/>
      <dgm:t>
        <a:bodyPr/>
        <a:lstStyle/>
        <a:p>
          <a:endParaRPr lang="en-GB"/>
        </a:p>
      </dgm:t>
    </dgm:pt>
    <dgm:pt modelId="{AF14892A-4745-4C43-B725-5BBE8572DC93}" type="parTrans" cxnId="{776AE132-5852-4FA3-9CBA-4A5DB271308B}">
      <dgm:prSet/>
      <dgm:spPr/>
      <dgm:t>
        <a:bodyPr/>
        <a:lstStyle/>
        <a:p>
          <a:endParaRPr lang="en-GB"/>
        </a:p>
      </dgm:t>
    </dgm:pt>
    <dgm:pt modelId="{FABD7F92-0582-4FC9-99E3-A41B8C83FEA7}">
      <dgm:prSet phldrT="[Text]" phldr="1"/>
      <dgm:spPr/>
      <dgm:t>
        <a:bodyPr/>
        <a:lstStyle/>
        <a:p>
          <a:endParaRPr lang="en-GB" dirty="0"/>
        </a:p>
      </dgm:t>
    </dgm:pt>
    <dgm:pt modelId="{FB763090-1D52-44C5-8644-E6DD7C7A07F6}" type="sibTrans" cxnId="{82476F4E-D6AE-4DAB-A229-AB31CECE8DF7}">
      <dgm:prSet/>
      <dgm:spPr/>
      <dgm:t>
        <a:bodyPr/>
        <a:lstStyle/>
        <a:p>
          <a:endParaRPr lang="en-GB"/>
        </a:p>
      </dgm:t>
    </dgm:pt>
    <dgm:pt modelId="{4AF85417-8214-4A32-8C2B-F49187486919}" type="parTrans" cxnId="{82476F4E-D6AE-4DAB-A229-AB31CECE8DF7}">
      <dgm:prSet/>
      <dgm:spPr/>
      <dgm:t>
        <a:bodyPr/>
        <a:lstStyle/>
        <a:p>
          <a:endParaRPr lang="en-GB"/>
        </a:p>
      </dgm:t>
    </dgm:pt>
    <dgm:pt modelId="{23DE7782-3A1D-4BFD-8888-42C8D860693F}" type="pres">
      <dgm:prSet presAssocID="{823271BD-EBD1-410A-A669-DE56BFCD9E17}" presName="Name0" presStyleCnt="0">
        <dgm:presLayoutVars>
          <dgm:chMax/>
          <dgm:chPref val="3"/>
          <dgm:dir val="rev"/>
          <dgm:animOne val="branch"/>
          <dgm:animLvl val="lvl"/>
        </dgm:presLayoutVars>
      </dgm:prSet>
      <dgm:spPr/>
    </dgm:pt>
    <dgm:pt modelId="{C3509026-91CF-4042-B1AB-9274FB262F8D}" type="pres">
      <dgm:prSet presAssocID="{F7041265-3738-4C71-9172-0AF44799F743}" presName="composite" presStyleCnt="0"/>
      <dgm:spPr/>
    </dgm:pt>
    <dgm:pt modelId="{AC598076-AA1A-4F48-AC82-9A48697ED126}" type="pres">
      <dgm:prSet presAssocID="{F7041265-3738-4C71-9172-0AF44799F74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ED7FF8CC-DA89-4079-97FD-68845A284612}" type="pres">
      <dgm:prSet presAssocID="{F7041265-3738-4C71-9172-0AF44799F743}" presName="Parent" presStyleLbl="alignNode1" presStyleIdx="0" presStyleCnt="3" custScaleX="206707" custLinFactNeighborX="-26997" custLinFactNeighborY="3643">
        <dgm:presLayoutVars>
          <dgm:chMax val="3"/>
          <dgm:chPref val="3"/>
          <dgm:bulletEnabled val="1"/>
        </dgm:presLayoutVars>
      </dgm:prSet>
      <dgm:spPr/>
    </dgm:pt>
    <dgm:pt modelId="{E187735E-EFBC-4BF6-9F0E-D1BD9ACFBE50}" type="pres">
      <dgm:prSet presAssocID="{F7041265-3738-4C71-9172-0AF44799F743}" presName="Accent" presStyleLbl="parChTrans1D1" presStyleIdx="0" presStyleCnt="3" custFlipVert="0" custSzY="36000" custScaleX="99688" custLinFactNeighborX="6780" custLinFactNeighborY="93583"/>
      <dgm:spPr/>
    </dgm:pt>
    <dgm:pt modelId="{1F5B1D12-D5F1-45B3-A146-944C6A558891}" type="pres">
      <dgm:prSet presAssocID="{F7041265-3738-4C71-9172-0AF44799F743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2BD0AB63-5E55-4F3D-A67E-A786FD518333}" type="pres">
      <dgm:prSet presAssocID="{190A3023-678D-42A5-81B5-219DCA4CD4E5}" presName="sibTrans" presStyleCnt="0"/>
      <dgm:spPr/>
    </dgm:pt>
    <dgm:pt modelId="{E4854C79-1E1D-4516-A7E2-530A997EEEAE}" type="pres">
      <dgm:prSet presAssocID="{BCDEAC5E-9AD7-4C8D-A57E-4CB16C63ED5F}" presName="composite" presStyleCnt="0"/>
      <dgm:spPr/>
    </dgm:pt>
    <dgm:pt modelId="{E0EF5CD6-51B8-4ABB-8851-313059414C86}" type="pres">
      <dgm:prSet presAssocID="{BCDEAC5E-9AD7-4C8D-A57E-4CB16C63ED5F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C0E90C90-38BC-4784-8132-6F7BD6F157B0}" type="pres">
      <dgm:prSet presAssocID="{BCDEAC5E-9AD7-4C8D-A57E-4CB16C63ED5F}" presName="Parent" presStyleLbl="alignNode1" presStyleIdx="1" presStyleCnt="3" custScaleX="229591" custLinFactNeighborX="-32446" custLinFactNeighborY="-1296">
        <dgm:presLayoutVars>
          <dgm:chMax val="3"/>
          <dgm:chPref val="3"/>
          <dgm:bulletEnabled val="1"/>
        </dgm:presLayoutVars>
      </dgm:prSet>
      <dgm:spPr/>
    </dgm:pt>
    <dgm:pt modelId="{881E6922-8AF6-4955-839E-5DBB14E50974}" type="pres">
      <dgm:prSet presAssocID="{BCDEAC5E-9AD7-4C8D-A57E-4CB16C63ED5F}" presName="Accent" presStyleLbl="parChTrans1D1" presStyleIdx="1" presStyleCnt="3" custLinFactNeighborX="8423"/>
      <dgm:spPr/>
    </dgm:pt>
    <dgm:pt modelId="{46DA1AB6-9065-4657-BC31-A111D9DC59C7}" type="pres">
      <dgm:prSet presAssocID="{BCDEAC5E-9AD7-4C8D-A57E-4CB16C63ED5F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858867EB-6A3D-4C68-8BA7-2FC2B37F5325}" type="pres">
      <dgm:prSet presAssocID="{C9D0758A-7A7C-465E-960C-5D53261BF6AF}" presName="sibTrans" presStyleCnt="0"/>
      <dgm:spPr/>
    </dgm:pt>
    <dgm:pt modelId="{CABF16AA-6035-4734-82A6-6CB544C1A323}" type="pres">
      <dgm:prSet presAssocID="{4D2B71EE-02AA-4E7C-B5CE-A7F6C22655AD}" presName="composite" presStyleCnt="0"/>
      <dgm:spPr/>
    </dgm:pt>
    <dgm:pt modelId="{4F946A83-4032-4755-973D-057EAE66FA96}" type="pres">
      <dgm:prSet presAssocID="{4D2B71EE-02AA-4E7C-B5CE-A7F6C22655AD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F388C868-ED0E-46CF-9368-51C1ACB33842}" type="pres">
      <dgm:prSet presAssocID="{4D2B71EE-02AA-4E7C-B5CE-A7F6C22655AD}" presName="Parent" presStyleLbl="alignNode1" presStyleIdx="2" presStyleCnt="3" custScaleX="231300" custLinFactNeighborX="-32621" custLinFactNeighborY="1265">
        <dgm:presLayoutVars>
          <dgm:chMax val="3"/>
          <dgm:chPref val="3"/>
          <dgm:bulletEnabled val="1"/>
        </dgm:presLayoutVars>
      </dgm:prSet>
      <dgm:spPr/>
    </dgm:pt>
    <dgm:pt modelId="{F1288ED0-A22F-4D15-BCB3-B59E8E0BCAE1}" type="pres">
      <dgm:prSet presAssocID="{4D2B71EE-02AA-4E7C-B5CE-A7F6C22655AD}" presName="Accent" presStyleLbl="parChTrans1D1" presStyleIdx="2" presStyleCnt="3" custLinFactNeighborX="8534"/>
      <dgm:spPr/>
    </dgm:pt>
    <dgm:pt modelId="{7CA1DE24-4636-4500-9C4F-F7FB5C7E4B87}" type="pres">
      <dgm:prSet presAssocID="{4D2B71EE-02AA-4E7C-B5CE-A7F6C22655AD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210F804-8AE0-4A72-8ED9-8EFDC67898FC}" type="presOf" srcId="{97F4EA1A-383D-48FC-A97F-F09149144880}" destId="{46DA1AB6-9065-4657-BC31-A111D9DC59C7}" srcOrd="0" destOrd="0" presId="urn:microsoft.com/office/officeart/2011/layout/TabList"/>
    <dgm:cxn modelId="{5668FB04-BA18-4440-9ECA-222756408649}" type="presOf" srcId="{823271BD-EBD1-410A-A669-DE56BFCD9E17}" destId="{23DE7782-3A1D-4BFD-8888-42C8D860693F}" srcOrd="0" destOrd="0" presId="urn:microsoft.com/office/officeart/2011/layout/TabList"/>
    <dgm:cxn modelId="{B9D85E19-09E7-4F70-84AB-CE1ADD459A37}" type="presOf" srcId="{4D2B71EE-02AA-4E7C-B5CE-A7F6C22655AD}" destId="{F388C868-ED0E-46CF-9368-51C1ACB33842}" srcOrd="0" destOrd="0" presId="urn:microsoft.com/office/officeart/2011/layout/TabList"/>
    <dgm:cxn modelId="{4A7D432E-E8E9-431A-9EC9-BBA0FDC3E226}" srcId="{BCDEAC5E-9AD7-4C8D-A57E-4CB16C63ED5F}" destId="{97F4EA1A-383D-48FC-A97F-F09149144880}" srcOrd="1" destOrd="0" parTransId="{E73776D1-99B9-459B-93A8-5BA3F9A16D1A}" sibTransId="{9CDAECDD-8399-4046-807F-29A9BA3CE4A5}"/>
    <dgm:cxn modelId="{776AE132-5852-4FA3-9CBA-4A5DB271308B}" srcId="{F7041265-3738-4C71-9172-0AF44799F743}" destId="{181F056A-1D6C-4767-924F-F3067F26BE62}" srcOrd="0" destOrd="0" parTransId="{AF14892A-4745-4C43-B725-5BBE8572DC93}" sibTransId="{377D77CA-1522-4263-A50F-72374AD53AAD}"/>
    <dgm:cxn modelId="{C5E20B36-4D74-479D-89E8-7CFE80E78002}" srcId="{823271BD-EBD1-410A-A669-DE56BFCD9E17}" destId="{4D2B71EE-02AA-4E7C-B5CE-A7F6C22655AD}" srcOrd="2" destOrd="0" parTransId="{D77E5AED-C468-4335-9931-25C77C6581C0}" sibTransId="{E2D8C5F3-7ABF-44BF-BFDA-8AB827272EC2}"/>
    <dgm:cxn modelId="{3925843D-3412-41E3-A84D-B1AC6ECF8DA6}" srcId="{4D2B71EE-02AA-4E7C-B5CE-A7F6C22655AD}" destId="{F019EAA1-3D30-4D40-8D86-2BCC08A3B874}" srcOrd="1" destOrd="0" parTransId="{8E3B3B4D-9DD1-4568-892A-C8109C0D08E1}" sibTransId="{28CFADBE-E2C9-44E8-99C8-34D040925EA1}"/>
    <dgm:cxn modelId="{67F9C45D-49BE-43B4-9C6C-AFB3792BA6EC}" type="presOf" srcId="{7B3F3D04-AE04-4168-8960-71328A821BBF}" destId="{E0EF5CD6-51B8-4ABB-8851-313059414C86}" srcOrd="0" destOrd="0" presId="urn:microsoft.com/office/officeart/2011/layout/TabList"/>
    <dgm:cxn modelId="{708D254D-DE83-4320-B90B-EB829F0D4FD8}" srcId="{823271BD-EBD1-410A-A669-DE56BFCD9E17}" destId="{F7041265-3738-4C71-9172-0AF44799F743}" srcOrd="0" destOrd="0" parTransId="{9B6C5760-A241-43BD-BF49-C757ACE7D701}" sibTransId="{190A3023-678D-42A5-81B5-219DCA4CD4E5}"/>
    <dgm:cxn modelId="{82476F4E-D6AE-4DAB-A229-AB31CECE8DF7}" srcId="{4D2B71EE-02AA-4E7C-B5CE-A7F6C22655AD}" destId="{FABD7F92-0582-4FC9-99E3-A41B8C83FEA7}" srcOrd="0" destOrd="0" parTransId="{4AF85417-8214-4A32-8C2B-F49187486919}" sibTransId="{FB763090-1D52-44C5-8644-E6DD7C7A07F6}"/>
    <dgm:cxn modelId="{C1F9B756-C222-4DE7-9343-C8AD0F03A5C6}" srcId="{BCDEAC5E-9AD7-4C8D-A57E-4CB16C63ED5F}" destId="{7B3F3D04-AE04-4168-8960-71328A821BBF}" srcOrd="0" destOrd="0" parTransId="{FF2B251E-5231-49FB-983C-75EF22F6F4B2}" sibTransId="{D8A07CA0-0DBE-4D57-AD15-C4B21D166A5E}"/>
    <dgm:cxn modelId="{2CB4A97E-4C45-42DA-8CF7-D22D7B1CE49F}" type="presOf" srcId="{BCDEAC5E-9AD7-4C8D-A57E-4CB16C63ED5F}" destId="{C0E90C90-38BC-4784-8132-6F7BD6F157B0}" srcOrd="0" destOrd="0" presId="urn:microsoft.com/office/officeart/2011/layout/TabList"/>
    <dgm:cxn modelId="{1EB7E995-0D5F-42B2-8406-20FEA513B9FA}" type="presOf" srcId="{181F056A-1D6C-4767-924F-F3067F26BE62}" destId="{AC598076-AA1A-4F48-AC82-9A48697ED126}" srcOrd="0" destOrd="0" presId="urn:microsoft.com/office/officeart/2011/layout/TabList"/>
    <dgm:cxn modelId="{0F011C97-3C61-4E32-82EA-EC8E69B9D15A}" type="presOf" srcId="{F019EAA1-3D30-4D40-8D86-2BCC08A3B874}" destId="{7CA1DE24-4636-4500-9C4F-F7FB5C7E4B87}" srcOrd="0" destOrd="0" presId="urn:microsoft.com/office/officeart/2011/layout/TabList"/>
    <dgm:cxn modelId="{80E8C29D-B172-40C4-A3B1-B84BAF66C2F9}" type="presOf" srcId="{FABD7F92-0582-4FC9-99E3-A41B8C83FEA7}" destId="{4F946A83-4032-4755-973D-057EAE66FA96}" srcOrd="0" destOrd="0" presId="urn:microsoft.com/office/officeart/2011/layout/TabList"/>
    <dgm:cxn modelId="{DD4E3AAF-6BA3-46DC-9F3D-90D22B350FF0}" srcId="{F7041265-3738-4C71-9172-0AF44799F743}" destId="{D9BBDAF6-5F48-4414-AF12-1E5181F45BB3}" srcOrd="1" destOrd="0" parTransId="{2E471EBF-175D-4750-9CEE-F2CE84D567C1}" sibTransId="{87859DA8-B296-4D79-860F-D51802F4AEED}"/>
    <dgm:cxn modelId="{F0AD81C8-98E7-4E13-88F7-0ED58CD38409}" srcId="{823271BD-EBD1-410A-A669-DE56BFCD9E17}" destId="{BCDEAC5E-9AD7-4C8D-A57E-4CB16C63ED5F}" srcOrd="1" destOrd="0" parTransId="{862755D2-FFD6-42F3-A94A-07FB998D8B29}" sibTransId="{C9D0758A-7A7C-465E-960C-5D53261BF6AF}"/>
    <dgm:cxn modelId="{4B1963F6-45BF-45DB-9F92-EAAFB771B690}" type="presOf" srcId="{F7041265-3738-4C71-9172-0AF44799F743}" destId="{ED7FF8CC-DA89-4079-97FD-68845A284612}" srcOrd="0" destOrd="0" presId="urn:microsoft.com/office/officeart/2011/layout/TabList"/>
    <dgm:cxn modelId="{06BAAAF8-4569-4F47-A656-563E3E0FDA8A}" type="presOf" srcId="{D9BBDAF6-5F48-4414-AF12-1E5181F45BB3}" destId="{1F5B1D12-D5F1-45B3-A146-944C6A558891}" srcOrd="0" destOrd="0" presId="urn:microsoft.com/office/officeart/2011/layout/TabList"/>
    <dgm:cxn modelId="{84E9B6D2-627C-4FDB-B3F4-EFAF02D5D794}" type="presParOf" srcId="{23DE7782-3A1D-4BFD-8888-42C8D860693F}" destId="{C3509026-91CF-4042-B1AB-9274FB262F8D}" srcOrd="0" destOrd="0" presId="urn:microsoft.com/office/officeart/2011/layout/TabList"/>
    <dgm:cxn modelId="{0EBCCA31-6C42-46BA-9D36-66ED821D4896}" type="presParOf" srcId="{C3509026-91CF-4042-B1AB-9274FB262F8D}" destId="{AC598076-AA1A-4F48-AC82-9A48697ED126}" srcOrd="0" destOrd="0" presId="urn:microsoft.com/office/officeart/2011/layout/TabList"/>
    <dgm:cxn modelId="{BF10C20F-5634-4D6C-BAFC-0ED154357259}" type="presParOf" srcId="{C3509026-91CF-4042-B1AB-9274FB262F8D}" destId="{ED7FF8CC-DA89-4079-97FD-68845A284612}" srcOrd="1" destOrd="0" presId="urn:microsoft.com/office/officeart/2011/layout/TabList"/>
    <dgm:cxn modelId="{65084F7B-F095-4F71-90AB-8A7ED1A496D4}" type="presParOf" srcId="{C3509026-91CF-4042-B1AB-9274FB262F8D}" destId="{E187735E-EFBC-4BF6-9F0E-D1BD9ACFBE50}" srcOrd="2" destOrd="0" presId="urn:microsoft.com/office/officeart/2011/layout/TabList"/>
    <dgm:cxn modelId="{24EDC26E-8682-4D12-A92D-DDBB8B1066F4}" type="presParOf" srcId="{23DE7782-3A1D-4BFD-8888-42C8D860693F}" destId="{1F5B1D12-D5F1-45B3-A146-944C6A558891}" srcOrd="1" destOrd="0" presId="urn:microsoft.com/office/officeart/2011/layout/TabList"/>
    <dgm:cxn modelId="{C5CABE47-528A-460E-A757-12E47C842F37}" type="presParOf" srcId="{23DE7782-3A1D-4BFD-8888-42C8D860693F}" destId="{2BD0AB63-5E55-4F3D-A67E-A786FD518333}" srcOrd="2" destOrd="0" presId="urn:microsoft.com/office/officeart/2011/layout/TabList"/>
    <dgm:cxn modelId="{6C36C94F-BC73-4220-8E1B-22E3655E297F}" type="presParOf" srcId="{23DE7782-3A1D-4BFD-8888-42C8D860693F}" destId="{E4854C79-1E1D-4516-A7E2-530A997EEEAE}" srcOrd="3" destOrd="0" presId="urn:microsoft.com/office/officeart/2011/layout/TabList"/>
    <dgm:cxn modelId="{253C7248-0D34-4427-9D39-2315A40EA572}" type="presParOf" srcId="{E4854C79-1E1D-4516-A7E2-530A997EEEAE}" destId="{E0EF5CD6-51B8-4ABB-8851-313059414C86}" srcOrd="0" destOrd="0" presId="urn:microsoft.com/office/officeart/2011/layout/TabList"/>
    <dgm:cxn modelId="{DEFFBFE7-4209-4379-9FF4-9C4B0A0C7DE3}" type="presParOf" srcId="{E4854C79-1E1D-4516-A7E2-530A997EEEAE}" destId="{C0E90C90-38BC-4784-8132-6F7BD6F157B0}" srcOrd="1" destOrd="0" presId="urn:microsoft.com/office/officeart/2011/layout/TabList"/>
    <dgm:cxn modelId="{A5A3F9E5-F1F5-4084-A602-7F73016D22B1}" type="presParOf" srcId="{E4854C79-1E1D-4516-A7E2-530A997EEEAE}" destId="{881E6922-8AF6-4955-839E-5DBB14E50974}" srcOrd="2" destOrd="0" presId="urn:microsoft.com/office/officeart/2011/layout/TabList"/>
    <dgm:cxn modelId="{8E022F0A-8E45-4EC7-BEE0-09A13E4FDE7A}" type="presParOf" srcId="{23DE7782-3A1D-4BFD-8888-42C8D860693F}" destId="{46DA1AB6-9065-4657-BC31-A111D9DC59C7}" srcOrd="4" destOrd="0" presId="urn:microsoft.com/office/officeart/2011/layout/TabList"/>
    <dgm:cxn modelId="{91E0F323-7CD6-490F-8FF9-3AC3BFEFB728}" type="presParOf" srcId="{23DE7782-3A1D-4BFD-8888-42C8D860693F}" destId="{858867EB-6A3D-4C68-8BA7-2FC2B37F5325}" srcOrd="5" destOrd="0" presId="urn:microsoft.com/office/officeart/2011/layout/TabList"/>
    <dgm:cxn modelId="{E20B4DE3-4149-4F21-8806-B0DDECC1F73C}" type="presParOf" srcId="{23DE7782-3A1D-4BFD-8888-42C8D860693F}" destId="{CABF16AA-6035-4734-82A6-6CB544C1A323}" srcOrd="6" destOrd="0" presId="urn:microsoft.com/office/officeart/2011/layout/TabList"/>
    <dgm:cxn modelId="{57C3CF35-9A0D-4E7A-8C40-888F45D58D39}" type="presParOf" srcId="{CABF16AA-6035-4734-82A6-6CB544C1A323}" destId="{4F946A83-4032-4755-973D-057EAE66FA96}" srcOrd="0" destOrd="0" presId="urn:microsoft.com/office/officeart/2011/layout/TabList"/>
    <dgm:cxn modelId="{63B14D84-3FB7-4FDF-B3CB-8A8A99F927EC}" type="presParOf" srcId="{CABF16AA-6035-4734-82A6-6CB544C1A323}" destId="{F388C868-ED0E-46CF-9368-51C1ACB33842}" srcOrd="1" destOrd="0" presId="urn:microsoft.com/office/officeart/2011/layout/TabList"/>
    <dgm:cxn modelId="{0AFB749B-D315-44EB-8589-F9BC1132D215}" type="presParOf" srcId="{CABF16AA-6035-4734-82A6-6CB544C1A323}" destId="{F1288ED0-A22F-4D15-BCB3-B59E8E0BCAE1}" srcOrd="2" destOrd="0" presId="urn:microsoft.com/office/officeart/2011/layout/TabList"/>
    <dgm:cxn modelId="{15F3444F-8DBF-4F26-994A-02AE5005BABC}" type="presParOf" srcId="{23DE7782-3A1D-4BFD-8888-42C8D860693F}" destId="{7CA1DE24-4636-4500-9C4F-F7FB5C7E4B87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56D1F0-CF64-4B74-8B87-0BF000EB750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E30111D-2C82-48B9-9072-22E189CFC066}">
      <dgm:prSet phldrT="[Text]"/>
      <dgm:spPr/>
      <dgm:t>
        <a:bodyPr/>
        <a:lstStyle/>
        <a:p>
          <a:r>
            <a:rPr lang="ar-SA" b="0" i="0" dirty="0"/>
            <a:t>انواع الگوریتم‌های یادگیری نظارت شده</a:t>
          </a:r>
          <a:endParaRPr lang="en-GB" dirty="0"/>
        </a:p>
      </dgm:t>
    </dgm:pt>
    <dgm:pt modelId="{3AB4E2FC-0FC7-47DE-BAC2-2196811DBB24}" type="parTrans" cxnId="{C09800E8-39C8-45DF-8196-C039060DDDFE}">
      <dgm:prSet/>
      <dgm:spPr/>
      <dgm:t>
        <a:bodyPr/>
        <a:lstStyle/>
        <a:p>
          <a:endParaRPr lang="en-GB"/>
        </a:p>
      </dgm:t>
    </dgm:pt>
    <dgm:pt modelId="{96F9A164-8CD3-4220-BB3B-149BE7E8C280}" type="sibTrans" cxnId="{C09800E8-39C8-45DF-8196-C039060DDDFE}">
      <dgm:prSet/>
      <dgm:spPr/>
      <dgm:t>
        <a:bodyPr/>
        <a:lstStyle/>
        <a:p>
          <a:endParaRPr lang="en-GB"/>
        </a:p>
      </dgm:t>
    </dgm:pt>
    <dgm:pt modelId="{CBE2FD70-6413-41EF-BB8D-8C5D490AC999}">
      <dgm:prSet phldrT="[Text]"/>
      <dgm:spPr/>
      <dgm:t>
        <a:bodyPr/>
        <a:lstStyle/>
        <a:p>
          <a:r>
            <a:rPr lang="ar-SA" b="0" i="0" dirty="0"/>
            <a:t>رگرسیون </a:t>
          </a:r>
          <a:r>
            <a:rPr lang="en-US" b="0" i="0" dirty="0"/>
            <a:t>(</a:t>
          </a:r>
          <a:r>
            <a:rPr lang="en-GB" b="0" i="0" dirty="0"/>
            <a:t>Regression)</a:t>
          </a:r>
          <a:endParaRPr lang="en-GB" dirty="0"/>
        </a:p>
      </dgm:t>
    </dgm:pt>
    <dgm:pt modelId="{9E325A46-7D90-463E-80E6-B8D20D817F3B}" type="parTrans" cxnId="{6D32FC3D-AAFC-401C-913C-AF9D5EF62101}">
      <dgm:prSet/>
      <dgm:spPr/>
      <dgm:t>
        <a:bodyPr/>
        <a:lstStyle/>
        <a:p>
          <a:endParaRPr lang="en-GB"/>
        </a:p>
      </dgm:t>
    </dgm:pt>
    <dgm:pt modelId="{7EC06D53-C368-4957-A94B-702723719554}" type="sibTrans" cxnId="{6D32FC3D-AAFC-401C-913C-AF9D5EF62101}">
      <dgm:prSet/>
      <dgm:spPr/>
      <dgm:t>
        <a:bodyPr/>
        <a:lstStyle/>
        <a:p>
          <a:endParaRPr lang="en-GB"/>
        </a:p>
      </dgm:t>
    </dgm:pt>
    <dgm:pt modelId="{E7321652-CEA7-4278-8EEB-1639E096A467}">
      <dgm:prSet phldrT="[Text]"/>
      <dgm:spPr/>
      <dgm:t>
        <a:bodyPr/>
        <a:lstStyle/>
        <a:p>
          <a:r>
            <a:rPr lang="ar-SA" dirty="0"/>
            <a:t>رگرسیون خطی</a:t>
          </a:r>
          <a:endParaRPr lang="en-GB" dirty="0"/>
        </a:p>
      </dgm:t>
    </dgm:pt>
    <dgm:pt modelId="{3684134D-6134-4D6D-B73E-E1A70448EA34}" type="parTrans" cxnId="{457374F7-AC80-4208-A715-5EA532C81CB4}">
      <dgm:prSet/>
      <dgm:spPr/>
      <dgm:t>
        <a:bodyPr/>
        <a:lstStyle/>
        <a:p>
          <a:endParaRPr lang="en-GB"/>
        </a:p>
      </dgm:t>
    </dgm:pt>
    <dgm:pt modelId="{CCFF9BE1-F6D8-4117-8F03-D15C9C1CF4F6}" type="sibTrans" cxnId="{457374F7-AC80-4208-A715-5EA532C81CB4}">
      <dgm:prSet/>
      <dgm:spPr/>
      <dgm:t>
        <a:bodyPr/>
        <a:lstStyle/>
        <a:p>
          <a:endParaRPr lang="en-GB"/>
        </a:p>
      </dgm:t>
    </dgm:pt>
    <dgm:pt modelId="{D3965DE2-1FBE-4E0E-BF85-91FF6789270B}">
      <dgm:prSet phldrT="[Text]"/>
      <dgm:spPr/>
      <dgm:t>
        <a:bodyPr/>
        <a:lstStyle/>
        <a:p>
          <a:r>
            <a:rPr lang="ar-SA" dirty="0"/>
            <a:t>رگرسیون چندجمله‌ای</a:t>
          </a:r>
          <a:endParaRPr lang="en-GB" dirty="0"/>
        </a:p>
      </dgm:t>
    </dgm:pt>
    <dgm:pt modelId="{6F2A18A9-4D0C-403B-860D-BBABB7A58BA4}" type="parTrans" cxnId="{F7CD6BD1-2B68-49F8-973C-12E1D1150088}">
      <dgm:prSet/>
      <dgm:spPr/>
      <dgm:t>
        <a:bodyPr/>
        <a:lstStyle/>
        <a:p>
          <a:endParaRPr lang="en-GB"/>
        </a:p>
      </dgm:t>
    </dgm:pt>
    <dgm:pt modelId="{829DAF44-0865-4F2C-917C-80730DF5BD78}" type="sibTrans" cxnId="{F7CD6BD1-2B68-49F8-973C-12E1D1150088}">
      <dgm:prSet/>
      <dgm:spPr/>
      <dgm:t>
        <a:bodyPr/>
        <a:lstStyle/>
        <a:p>
          <a:endParaRPr lang="en-GB"/>
        </a:p>
      </dgm:t>
    </dgm:pt>
    <dgm:pt modelId="{2B67E6B5-A0C9-4A10-89DD-7EF43EA9A3DE}">
      <dgm:prSet phldrT="[Text]"/>
      <dgm:spPr/>
      <dgm:t>
        <a:bodyPr/>
        <a:lstStyle/>
        <a:p>
          <a:r>
            <a:rPr lang="ar-SA" b="0" i="0" dirty="0"/>
            <a:t>طبقه‌بندی</a:t>
          </a:r>
          <a:r>
            <a:rPr lang="en-US" b="0" i="0" dirty="0"/>
            <a:t> (</a:t>
          </a:r>
          <a:r>
            <a:rPr lang="en-GB" b="0" i="0" dirty="0"/>
            <a:t>Classification)</a:t>
          </a:r>
          <a:endParaRPr lang="en-GB" dirty="0"/>
        </a:p>
      </dgm:t>
    </dgm:pt>
    <dgm:pt modelId="{E40153E7-7A59-4F27-8F2E-74257AE95539}" type="parTrans" cxnId="{55228539-74B0-42C4-8D66-97BBAC7805C4}">
      <dgm:prSet/>
      <dgm:spPr/>
      <dgm:t>
        <a:bodyPr/>
        <a:lstStyle/>
        <a:p>
          <a:endParaRPr lang="en-GB"/>
        </a:p>
      </dgm:t>
    </dgm:pt>
    <dgm:pt modelId="{1899AF33-5871-42AA-A551-CB2AF3B7F033}" type="sibTrans" cxnId="{55228539-74B0-42C4-8D66-97BBAC7805C4}">
      <dgm:prSet/>
      <dgm:spPr/>
      <dgm:t>
        <a:bodyPr/>
        <a:lstStyle/>
        <a:p>
          <a:endParaRPr lang="en-GB"/>
        </a:p>
      </dgm:t>
    </dgm:pt>
    <dgm:pt modelId="{32447EDF-28DB-4C22-B36A-8CC31E2CC487}" type="pres">
      <dgm:prSet presAssocID="{7156D1F0-CF64-4B74-8B87-0BF000EB7508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9305C10B-33C1-457B-9E0B-B7AF9966E58B}" type="pres">
      <dgm:prSet presAssocID="{1E30111D-2C82-48B9-9072-22E189CFC066}" presName="root1" presStyleCnt="0"/>
      <dgm:spPr/>
    </dgm:pt>
    <dgm:pt modelId="{1C4C8007-D72E-49D3-8B46-BFEF6057B040}" type="pres">
      <dgm:prSet presAssocID="{1E30111D-2C82-48B9-9072-22E189CFC066}" presName="LevelOneTextNode" presStyleLbl="node0" presStyleIdx="0" presStyleCnt="1">
        <dgm:presLayoutVars>
          <dgm:chPref val="3"/>
        </dgm:presLayoutVars>
      </dgm:prSet>
      <dgm:spPr/>
    </dgm:pt>
    <dgm:pt modelId="{178F429C-AC49-4FF2-BC3F-3BF7871439C2}" type="pres">
      <dgm:prSet presAssocID="{1E30111D-2C82-48B9-9072-22E189CFC066}" presName="level2hierChild" presStyleCnt="0"/>
      <dgm:spPr/>
    </dgm:pt>
    <dgm:pt modelId="{FC81C1AF-DB8E-4C4C-9ACD-88B2A0B31E85}" type="pres">
      <dgm:prSet presAssocID="{9E325A46-7D90-463E-80E6-B8D20D817F3B}" presName="conn2-1" presStyleLbl="parChTrans1D2" presStyleIdx="0" presStyleCnt="2"/>
      <dgm:spPr/>
    </dgm:pt>
    <dgm:pt modelId="{3BCF0CDC-6FF5-45E6-B10A-AB62761EB93D}" type="pres">
      <dgm:prSet presAssocID="{9E325A46-7D90-463E-80E6-B8D20D817F3B}" presName="connTx" presStyleLbl="parChTrans1D2" presStyleIdx="0" presStyleCnt="2"/>
      <dgm:spPr/>
    </dgm:pt>
    <dgm:pt modelId="{779AB836-EB85-4C4F-8F90-DE44B7486216}" type="pres">
      <dgm:prSet presAssocID="{CBE2FD70-6413-41EF-BB8D-8C5D490AC999}" presName="root2" presStyleCnt="0"/>
      <dgm:spPr/>
    </dgm:pt>
    <dgm:pt modelId="{96398032-5686-40BB-88E8-BDFF55AF0BBA}" type="pres">
      <dgm:prSet presAssocID="{CBE2FD70-6413-41EF-BB8D-8C5D490AC999}" presName="LevelTwoTextNode" presStyleLbl="node2" presStyleIdx="0" presStyleCnt="2">
        <dgm:presLayoutVars>
          <dgm:chPref val="3"/>
        </dgm:presLayoutVars>
      </dgm:prSet>
      <dgm:spPr/>
    </dgm:pt>
    <dgm:pt modelId="{31CABB93-B5CA-45CF-9090-ADCEE16C46E1}" type="pres">
      <dgm:prSet presAssocID="{CBE2FD70-6413-41EF-BB8D-8C5D490AC999}" presName="level3hierChild" presStyleCnt="0"/>
      <dgm:spPr/>
    </dgm:pt>
    <dgm:pt modelId="{E034B914-BE35-4E67-898C-CEA01D4E14FA}" type="pres">
      <dgm:prSet presAssocID="{3684134D-6134-4D6D-B73E-E1A70448EA34}" presName="conn2-1" presStyleLbl="parChTrans1D3" presStyleIdx="0" presStyleCnt="2"/>
      <dgm:spPr/>
    </dgm:pt>
    <dgm:pt modelId="{34994CBE-BC9A-494D-A4BB-02DE8363277B}" type="pres">
      <dgm:prSet presAssocID="{3684134D-6134-4D6D-B73E-E1A70448EA34}" presName="connTx" presStyleLbl="parChTrans1D3" presStyleIdx="0" presStyleCnt="2"/>
      <dgm:spPr/>
    </dgm:pt>
    <dgm:pt modelId="{869AFCC8-6228-4005-BBD7-2644D535DA73}" type="pres">
      <dgm:prSet presAssocID="{E7321652-CEA7-4278-8EEB-1639E096A467}" presName="root2" presStyleCnt="0"/>
      <dgm:spPr/>
    </dgm:pt>
    <dgm:pt modelId="{645A8636-C6A3-49E1-89D7-45BD0A6DE813}" type="pres">
      <dgm:prSet presAssocID="{E7321652-CEA7-4278-8EEB-1639E096A467}" presName="LevelTwoTextNode" presStyleLbl="node3" presStyleIdx="0" presStyleCnt="2">
        <dgm:presLayoutVars>
          <dgm:chPref val="3"/>
        </dgm:presLayoutVars>
      </dgm:prSet>
      <dgm:spPr/>
    </dgm:pt>
    <dgm:pt modelId="{A821292D-8EC3-4C38-AF76-71DEBC13EA46}" type="pres">
      <dgm:prSet presAssocID="{E7321652-CEA7-4278-8EEB-1639E096A467}" presName="level3hierChild" presStyleCnt="0"/>
      <dgm:spPr/>
    </dgm:pt>
    <dgm:pt modelId="{4F30B5F8-7B1D-4F8B-B580-10E492EE7E99}" type="pres">
      <dgm:prSet presAssocID="{6F2A18A9-4D0C-403B-860D-BBABB7A58BA4}" presName="conn2-1" presStyleLbl="parChTrans1D3" presStyleIdx="1" presStyleCnt="2"/>
      <dgm:spPr/>
    </dgm:pt>
    <dgm:pt modelId="{55B1E9F6-0CC2-49E3-8807-2EA4D5504600}" type="pres">
      <dgm:prSet presAssocID="{6F2A18A9-4D0C-403B-860D-BBABB7A58BA4}" presName="connTx" presStyleLbl="parChTrans1D3" presStyleIdx="1" presStyleCnt="2"/>
      <dgm:spPr/>
    </dgm:pt>
    <dgm:pt modelId="{5FD00E9C-D760-4E2C-BFD4-2776B7C91FCD}" type="pres">
      <dgm:prSet presAssocID="{D3965DE2-1FBE-4E0E-BF85-91FF6789270B}" presName="root2" presStyleCnt="0"/>
      <dgm:spPr/>
    </dgm:pt>
    <dgm:pt modelId="{16EDD019-FB1A-4F14-A3A5-10A5FF9D57A5}" type="pres">
      <dgm:prSet presAssocID="{D3965DE2-1FBE-4E0E-BF85-91FF6789270B}" presName="LevelTwoTextNode" presStyleLbl="node3" presStyleIdx="1" presStyleCnt="2">
        <dgm:presLayoutVars>
          <dgm:chPref val="3"/>
        </dgm:presLayoutVars>
      </dgm:prSet>
      <dgm:spPr/>
    </dgm:pt>
    <dgm:pt modelId="{C3104815-FD87-4963-9646-BB97C8BD329B}" type="pres">
      <dgm:prSet presAssocID="{D3965DE2-1FBE-4E0E-BF85-91FF6789270B}" presName="level3hierChild" presStyleCnt="0"/>
      <dgm:spPr/>
    </dgm:pt>
    <dgm:pt modelId="{3A21F259-D919-4197-8F65-E05937272A17}" type="pres">
      <dgm:prSet presAssocID="{E40153E7-7A59-4F27-8F2E-74257AE95539}" presName="conn2-1" presStyleLbl="parChTrans1D2" presStyleIdx="1" presStyleCnt="2"/>
      <dgm:spPr/>
    </dgm:pt>
    <dgm:pt modelId="{8F463A74-06F3-4D4F-BC04-C783566BFB2D}" type="pres">
      <dgm:prSet presAssocID="{E40153E7-7A59-4F27-8F2E-74257AE95539}" presName="connTx" presStyleLbl="parChTrans1D2" presStyleIdx="1" presStyleCnt="2"/>
      <dgm:spPr/>
    </dgm:pt>
    <dgm:pt modelId="{1322FD0C-C8CB-4173-B50C-9381495D868A}" type="pres">
      <dgm:prSet presAssocID="{2B67E6B5-A0C9-4A10-89DD-7EF43EA9A3DE}" presName="root2" presStyleCnt="0"/>
      <dgm:spPr/>
    </dgm:pt>
    <dgm:pt modelId="{99A6164F-6615-4B2D-97A6-9FD43C269CD2}" type="pres">
      <dgm:prSet presAssocID="{2B67E6B5-A0C9-4A10-89DD-7EF43EA9A3DE}" presName="LevelTwoTextNode" presStyleLbl="node2" presStyleIdx="1" presStyleCnt="2">
        <dgm:presLayoutVars>
          <dgm:chPref val="3"/>
        </dgm:presLayoutVars>
      </dgm:prSet>
      <dgm:spPr/>
    </dgm:pt>
    <dgm:pt modelId="{FF8E49A6-4985-4448-AB24-27D56AE88704}" type="pres">
      <dgm:prSet presAssocID="{2B67E6B5-A0C9-4A10-89DD-7EF43EA9A3DE}" presName="level3hierChild" presStyleCnt="0"/>
      <dgm:spPr/>
    </dgm:pt>
  </dgm:ptLst>
  <dgm:cxnLst>
    <dgm:cxn modelId="{08DC1001-24FB-4E23-94BE-23F2A9BDC7BA}" type="presOf" srcId="{E40153E7-7A59-4F27-8F2E-74257AE95539}" destId="{3A21F259-D919-4197-8F65-E05937272A17}" srcOrd="0" destOrd="0" presId="urn:microsoft.com/office/officeart/2005/8/layout/hierarchy2"/>
    <dgm:cxn modelId="{9B8BE917-0D08-4633-A541-E7D1A9C2C782}" type="presOf" srcId="{3684134D-6134-4D6D-B73E-E1A70448EA34}" destId="{E034B914-BE35-4E67-898C-CEA01D4E14FA}" srcOrd="0" destOrd="0" presId="urn:microsoft.com/office/officeart/2005/8/layout/hierarchy2"/>
    <dgm:cxn modelId="{A7180518-7912-4D42-8D36-C071D01956AC}" type="presOf" srcId="{3684134D-6134-4D6D-B73E-E1A70448EA34}" destId="{34994CBE-BC9A-494D-A4BB-02DE8363277B}" srcOrd="1" destOrd="0" presId="urn:microsoft.com/office/officeart/2005/8/layout/hierarchy2"/>
    <dgm:cxn modelId="{39368D1D-7A2A-4E08-9FAF-8D6EB8B877CD}" type="presOf" srcId="{6F2A18A9-4D0C-403B-860D-BBABB7A58BA4}" destId="{4F30B5F8-7B1D-4F8B-B580-10E492EE7E99}" srcOrd="0" destOrd="0" presId="urn:microsoft.com/office/officeart/2005/8/layout/hierarchy2"/>
    <dgm:cxn modelId="{55228539-74B0-42C4-8D66-97BBAC7805C4}" srcId="{1E30111D-2C82-48B9-9072-22E189CFC066}" destId="{2B67E6B5-A0C9-4A10-89DD-7EF43EA9A3DE}" srcOrd="1" destOrd="0" parTransId="{E40153E7-7A59-4F27-8F2E-74257AE95539}" sibTransId="{1899AF33-5871-42AA-A551-CB2AF3B7F033}"/>
    <dgm:cxn modelId="{6D32FC3D-AAFC-401C-913C-AF9D5EF62101}" srcId="{1E30111D-2C82-48B9-9072-22E189CFC066}" destId="{CBE2FD70-6413-41EF-BB8D-8C5D490AC999}" srcOrd="0" destOrd="0" parTransId="{9E325A46-7D90-463E-80E6-B8D20D817F3B}" sibTransId="{7EC06D53-C368-4957-A94B-702723719554}"/>
    <dgm:cxn modelId="{35288563-7AD8-422E-AFEE-58435DF6CA82}" type="presOf" srcId="{D3965DE2-1FBE-4E0E-BF85-91FF6789270B}" destId="{16EDD019-FB1A-4F14-A3A5-10A5FF9D57A5}" srcOrd="0" destOrd="0" presId="urn:microsoft.com/office/officeart/2005/8/layout/hierarchy2"/>
    <dgm:cxn modelId="{658EBE73-0A11-4BF3-938B-08FFF1333AA2}" type="presOf" srcId="{1E30111D-2C82-48B9-9072-22E189CFC066}" destId="{1C4C8007-D72E-49D3-8B46-BFEF6057B040}" srcOrd="0" destOrd="0" presId="urn:microsoft.com/office/officeart/2005/8/layout/hierarchy2"/>
    <dgm:cxn modelId="{BD1F5476-BA3B-42B8-AEBE-6BB6DF601284}" type="presOf" srcId="{E7321652-CEA7-4278-8EEB-1639E096A467}" destId="{645A8636-C6A3-49E1-89D7-45BD0A6DE813}" srcOrd="0" destOrd="0" presId="urn:microsoft.com/office/officeart/2005/8/layout/hierarchy2"/>
    <dgm:cxn modelId="{C1871D7F-86DC-456A-85DD-5C4DBFFB2C20}" type="presOf" srcId="{9E325A46-7D90-463E-80E6-B8D20D817F3B}" destId="{3BCF0CDC-6FF5-45E6-B10A-AB62761EB93D}" srcOrd="1" destOrd="0" presId="urn:microsoft.com/office/officeart/2005/8/layout/hierarchy2"/>
    <dgm:cxn modelId="{EA03BC93-416D-4B1E-BD9D-1B2DAF7E03F3}" type="presOf" srcId="{7156D1F0-CF64-4B74-8B87-0BF000EB7508}" destId="{32447EDF-28DB-4C22-B36A-8CC31E2CC487}" srcOrd="0" destOrd="0" presId="urn:microsoft.com/office/officeart/2005/8/layout/hierarchy2"/>
    <dgm:cxn modelId="{ACC82EB2-C1EA-4B9A-8F03-3A36C3695640}" type="presOf" srcId="{6F2A18A9-4D0C-403B-860D-BBABB7A58BA4}" destId="{55B1E9F6-0CC2-49E3-8807-2EA4D5504600}" srcOrd="1" destOrd="0" presId="urn:microsoft.com/office/officeart/2005/8/layout/hierarchy2"/>
    <dgm:cxn modelId="{86CC73B6-BBF3-478B-8384-E5B1A2B5294A}" type="presOf" srcId="{2B67E6B5-A0C9-4A10-89DD-7EF43EA9A3DE}" destId="{99A6164F-6615-4B2D-97A6-9FD43C269CD2}" srcOrd="0" destOrd="0" presId="urn:microsoft.com/office/officeart/2005/8/layout/hierarchy2"/>
    <dgm:cxn modelId="{F7CD6BD1-2B68-49F8-973C-12E1D1150088}" srcId="{CBE2FD70-6413-41EF-BB8D-8C5D490AC999}" destId="{D3965DE2-1FBE-4E0E-BF85-91FF6789270B}" srcOrd="1" destOrd="0" parTransId="{6F2A18A9-4D0C-403B-860D-BBABB7A58BA4}" sibTransId="{829DAF44-0865-4F2C-917C-80730DF5BD78}"/>
    <dgm:cxn modelId="{B86DBDE2-EB93-40CF-999C-A411E954683E}" type="presOf" srcId="{E40153E7-7A59-4F27-8F2E-74257AE95539}" destId="{8F463A74-06F3-4D4F-BC04-C783566BFB2D}" srcOrd="1" destOrd="0" presId="urn:microsoft.com/office/officeart/2005/8/layout/hierarchy2"/>
    <dgm:cxn modelId="{C09800E8-39C8-45DF-8196-C039060DDDFE}" srcId="{7156D1F0-CF64-4B74-8B87-0BF000EB7508}" destId="{1E30111D-2C82-48B9-9072-22E189CFC066}" srcOrd="0" destOrd="0" parTransId="{3AB4E2FC-0FC7-47DE-BAC2-2196811DBB24}" sibTransId="{96F9A164-8CD3-4220-BB3B-149BE7E8C280}"/>
    <dgm:cxn modelId="{34F972EB-AEC2-4EAA-8835-F0A9D46E94BF}" type="presOf" srcId="{CBE2FD70-6413-41EF-BB8D-8C5D490AC999}" destId="{96398032-5686-40BB-88E8-BDFF55AF0BBA}" srcOrd="0" destOrd="0" presId="urn:microsoft.com/office/officeart/2005/8/layout/hierarchy2"/>
    <dgm:cxn modelId="{457374F7-AC80-4208-A715-5EA532C81CB4}" srcId="{CBE2FD70-6413-41EF-BB8D-8C5D490AC999}" destId="{E7321652-CEA7-4278-8EEB-1639E096A467}" srcOrd="0" destOrd="0" parTransId="{3684134D-6134-4D6D-B73E-E1A70448EA34}" sibTransId="{CCFF9BE1-F6D8-4117-8F03-D15C9C1CF4F6}"/>
    <dgm:cxn modelId="{C9EB32FE-C8D9-4643-BA8E-5E29C7DA75DB}" type="presOf" srcId="{9E325A46-7D90-463E-80E6-B8D20D817F3B}" destId="{FC81C1AF-DB8E-4C4C-9ACD-88B2A0B31E85}" srcOrd="0" destOrd="0" presId="urn:microsoft.com/office/officeart/2005/8/layout/hierarchy2"/>
    <dgm:cxn modelId="{29B09D09-A905-4E26-8E94-3D23FE7C220D}" type="presParOf" srcId="{32447EDF-28DB-4C22-B36A-8CC31E2CC487}" destId="{9305C10B-33C1-457B-9E0B-B7AF9966E58B}" srcOrd="0" destOrd="0" presId="urn:microsoft.com/office/officeart/2005/8/layout/hierarchy2"/>
    <dgm:cxn modelId="{E6FB538C-DF15-4EAE-AC87-BDC14D00AFB1}" type="presParOf" srcId="{9305C10B-33C1-457B-9E0B-B7AF9966E58B}" destId="{1C4C8007-D72E-49D3-8B46-BFEF6057B040}" srcOrd="0" destOrd="0" presId="urn:microsoft.com/office/officeart/2005/8/layout/hierarchy2"/>
    <dgm:cxn modelId="{1CFBFC6D-20A3-4374-B797-D8999DD39B87}" type="presParOf" srcId="{9305C10B-33C1-457B-9E0B-B7AF9966E58B}" destId="{178F429C-AC49-4FF2-BC3F-3BF7871439C2}" srcOrd="1" destOrd="0" presId="urn:microsoft.com/office/officeart/2005/8/layout/hierarchy2"/>
    <dgm:cxn modelId="{D0E07600-24ED-4A02-8A25-A24620A5CCF4}" type="presParOf" srcId="{178F429C-AC49-4FF2-BC3F-3BF7871439C2}" destId="{FC81C1AF-DB8E-4C4C-9ACD-88B2A0B31E85}" srcOrd="0" destOrd="0" presId="urn:microsoft.com/office/officeart/2005/8/layout/hierarchy2"/>
    <dgm:cxn modelId="{9A59BB2D-57E1-4AF7-99B9-7EEFA7B9DD40}" type="presParOf" srcId="{FC81C1AF-DB8E-4C4C-9ACD-88B2A0B31E85}" destId="{3BCF0CDC-6FF5-45E6-B10A-AB62761EB93D}" srcOrd="0" destOrd="0" presId="urn:microsoft.com/office/officeart/2005/8/layout/hierarchy2"/>
    <dgm:cxn modelId="{DF6739D3-6928-4BB2-8277-7E58DE502340}" type="presParOf" srcId="{178F429C-AC49-4FF2-BC3F-3BF7871439C2}" destId="{779AB836-EB85-4C4F-8F90-DE44B7486216}" srcOrd="1" destOrd="0" presId="urn:microsoft.com/office/officeart/2005/8/layout/hierarchy2"/>
    <dgm:cxn modelId="{7421ECD1-8BD0-4C4E-88B6-10F9E57DB650}" type="presParOf" srcId="{779AB836-EB85-4C4F-8F90-DE44B7486216}" destId="{96398032-5686-40BB-88E8-BDFF55AF0BBA}" srcOrd="0" destOrd="0" presId="urn:microsoft.com/office/officeart/2005/8/layout/hierarchy2"/>
    <dgm:cxn modelId="{44E3FFB7-B299-48C9-B41F-52194EDF3128}" type="presParOf" srcId="{779AB836-EB85-4C4F-8F90-DE44B7486216}" destId="{31CABB93-B5CA-45CF-9090-ADCEE16C46E1}" srcOrd="1" destOrd="0" presId="urn:microsoft.com/office/officeart/2005/8/layout/hierarchy2"/>
    <dgm:cxn modelId="{2CF74ACE-5BDC-4C90-8001-AE928D12DAA7}" type="presParOf" srcId="{31CABB93-B5CA-45CF-9090-ADCEE16C46E1}" destId="{E034B914-BE35-4E67-898C-CEA01D4E14FA}" srcOrd="0" destOrd="0" presId="urn:microsoft.com/office/officeart/2005/8/layout/hierarchy2"/>
    <dgm:cxn modelId="{BE187D77-7024-45B9-B12D-74808A4F51A8}" type="presParOf" srcId="{E034B914-BE35-4E67-898C-CEA01D4E14FA}" destId="{34994CBE-BC9A-494D-A4BB-02DE8363277B}" srcOrd="0" destOrd="0" presId="urn:microsoft.com/office/officeart/2005/8/layout/hierarchy2"/>
    <dgm:cxn modelId="{7ACDD0C1-AA38-40C3-9C98-B55F1948342C}" type="presParOf" srcId="{31CABB93-B5CA-45CF-9090-ADCEE16C46E1}" destId="{869AFCC8-6228-4005-BBD7-2644D535DA73}" srcOrd="1" destOrd="0" presId="urn:microsoft.com/office/officeart/2005/8/layout/hierarchy2"/>
    <dgm:cxn modelId="{81B78180-3676-4A3C-8CB0-E85F93791FEF}" type="presParOf" srcId="{869AFCC8-6228-4005-BBD7-2644D535DA73}" destId="{645A8636-C6A3-49E1-89D7-45BD0A6DE813}" srcOrd="0" destOrd="0" presId="urn:microsoft.com/office/officeart/2005/8/layout/hierarchy2"/>
    <dgm:cxn modelId="{AC89B824-D710-41F6-AD26-E04370172AE5}" type="presParOf" srcId="{869AFCC8-6228-4005-BBD7-2644D535DA73}" destId="{A821292D-8EC3-4C38-AF76-71DEBC13EA46}" srcOrd="1" destOrd="0" presId="urn:microsoft.com/office/officeart/2005/8/layout/hierarchy2"/>
    <dgm:cxn modelId="{194B86CB-B4CE-4850-A99B-E5F4A4921B5C}" type="presParOf" srcId="{31CABB93-B5CA-45CF-9090-ADCEE16C46E1}" destId="{4F30B5F8-7B1D-4F8B-B580-10E492EE7E99}" srcOrd="2" destOrd="0" presId="urn:microsoft.com/office/officeart/2005/8/layout/hierarchy2"/>
    <dgm:cxn modelId="{B45EBEF4-E923-4CAB-BC22-53ACDD38D8D9}" type="presParOf" srcId="{4F30B5F8-7B1D-4F8B-B580-10E492EE7E99}" destId="{55B1E9F6-0CC2-49E3-8807-2EA4D5504600}" srcOrd="0" destOrd="0" presId="urn:microsoft.com/office/officeart/2005/8/layout/hierarchy2"/>
    <dgm:cxn modelId="{01BC81AD-3443-4015-8D96-4A22F863ED38}" type="presParOf" srcId="{31CABB93-B5CA-45CF-9090-ADCEE16C46E1}" destId="{5FD00E9C-D760-4E2C-BFD4-2776B7C91FCD}" srcOrd="3" destOrd="0" presId="urn:microsoft.com/office/officeart/2005/8/layout/hierarchy2"/>
    <dgm:cxn modelId="{2A14D060-4DC7-42FE-9799-988B20DFE718}" type="presParOf" srcId="{5FD00E9C-D760-4E2C-BFD4-2776B7C91FCD}" destId="{16EDD019-FB1A-4F14-A3A5-10A5FF9D57A5}" srcOrd="0" destOrd="0" presId="urn:microsoft.com/office/officeart/2005/8/layout/hierarchy2"/>
    <dgm:cxn modelId="{43275635-413B-4A09-87B4-7D020DF82DF6}" type="presParOf" srcId="{5FD00E9C-D760-4E2C-BFD4-2776B7C91FCD}" destId="{C3104815-FD87-4963-9646-BB97C8BD329B}" srcOrd="1" destOrd="0" presId="urn:microsoft.com/office/officeart/2005/8/layout/hierarchy2"/>
    <dgm:cxn modelId="{D6260A7D-A0ED-4A35-B20F-0BA0180E7879}" type="presParOf" srcId="{178F429C-AC49-4FF2-BC3F-3BF7871439C2}" destId="{3A21F259-D919-4197-8F65-E05937272A17}" srcOrd="2" destOrd="0" presId="urn:microsoft.com/office/officeart/2005/8/layout/hierarchy2"/>
    <dgm:cxn modelId="{4F85B49E-68FC-4C21-A270-07987EB40497}" type="presParOf" srcId="{3A21F259-D919-4197-8F65-E05937272A17}" destId="{8F463A74-06F3-4D4F-BC04-C783566BFB2D}" srcOrd="0" destOrd="0" presId="urn:microsoft.com/office/officeart/2005/8/layout/hierarchy2"/>
    <dgm:cxn modelId="{6C25B75D-E392-4CF3-A636-98DCEF572E48}" type="presParOf" srcId="{178F429C-AC49-4FF2-BC3F-3BF7871439C2}" destId="{1322FD0C-C8CB-4173-B50C-9381495D868A}" srcOrd="3" destOrd="0" presId="urn:microsoft.com/office/officeart/2005/8/layout/hierarchy2"/>
    <dgm:cxn modelId="{06AEB9C1-91D5-4C40-9686-3A02813A50A7}" type="presParOf" srcId="{1322FD0C-C8CB-4173-B50C-9381495D868A}" destId="{99A6164F-6615-4B2D-97A6-9FD43C269CD2}" srcOrd="0" destOrd="0" presId="urn:microsoft.com/office/officeart/2005/8/layout/hierarchy2"/>
    <dgm:cxn modelId="{43BD6ADC-0322-4697-9254-2552739C63D8}" type="presParOf" srcId="{1322FD0C-C8CB-4173-B50C-9381495D868A}" destId="{FF8E49A6-4985-4448-AB24-27D56AE8870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4A8AAA-1E11-4AD3-B2F7-357FE0224C7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642CCB-563E-448E-8EC0-CCA3DB033BCF}">
      <dgm:prSet phldrT="[Text]" custT="1"/>
      <dgm:spPr/>
      <dgm:t>
        <a:bodyPr/>
        <a:lstStyle/>
        <a:p>
          <a:pPr rtl="1"/>
          <a:r>
            <a:rPr lang="ar-SA" sz="3000" dirty="0"/>
            <a:t>دسته بند</a:t>
          </a:r>
          <a:r>
            <a:rPr lang="fa-IR" sz="3000" dirty="0"/>
            <a:t>ی </a:t>
          </a:r>
          <a:r>
            <a:rPr lang="en-US" sz="3000" dirty="0"/>
            <a:t> (</a:t>
          </a:r>
          <a:r>
            <a:rPr lang="en-GB" sz="3000" dirty="0"/>
            <a:t>Classification)</a:t>
          </a:r>
        </a:p>
      </dgm:t>
    </dgm:pt>
    <dgm:pt modelId="{F1893383-7CB6-4C4C-80DF-2916691E7571}" type="parTrans" cxnId="{0F7BE3D0-F243-4594-88B5-248E14D83C93}">
      <dgm:prSet/>
      <dgm:spPr/>
      <dgm:t>
        <a:bodyPr/>
        <a:lstStyle/>
        <a:p>
          <a:endParaRPr lang="en-GB"/>
        </a:p>
      </dgm:t>
    </dgm:pt>
    <dgm:pt modelId="{9FAB9BCA-8865-4EB5-9830-68EC7F11D0A4}" type="sibTrans" cxnId="{0F7BE3D0-F243-4594-88B5-248E14D83C93}">
      <dgm:prSet/>
      <dgm:spPr/>
      <dgm:t>
        <a:bodyPr/>
        <a:lstStyle/>
        <a:p>
          <a:endParaRPr lang="en-GB"/>
        </a:p>
      </dgm:t>
    </dgm:pt>
    <dgm:pt modelId="{529225C9-2AB0-44B1-BD10-9E83DD6C964B}">
      <dgm:prSet phldrT="[Text]" custT="1"/>
      <dgm:spPr/>
      <dgm:t>
        <a:bodyPr/>
        <a:lstStyle/>
        <a:p>
          <a:pPr rtl="1"/>
          <a:r>
            <a:rPr lang="ar-SA" sz="2600" dirty="0"/>
            <a:t>رگرسیون لجستیک</a:t>
          </a:r>
          <a:r>
            <a:rPr lang="fa-IR" sz="2600" dirty="0"/>
            <a:t>  </a:t>
          </a:r>
          <a:r>
            <a:rPr lang="en-GB" sz="2600" dirty="0"/>
            <a:t>Logistic Regression)</a:t>
          </a:r>
          <a:r>
            <a:rPr lang="fa-IR" sz="2600" dirty="0"/>
            <a:t>)</a:t>
          </a:r>
          <a:endParaRPr lang="en-GB" sz="2600" dirty="0"/>
        </a:p>
      </dgm:t>
    </dgm:pt>
    <dgm:pt modelId="{0D6E755F-E060-4738-BEDD-EAE2E1E6F05D}" type="parTrans" cxnId="{FE3872F4-FAF9-4691-B488-DB9F37B3E815}">
      <dgm:prSet/>
      <dgm:spPr/>
      <dgm:t>
        <a:bodyPr/>
        <a:lstStyle/>
        <a:p>
          <a:endParaRPr lang="en-GB"/>
        </a:p>
      </dgm:t>
    </dgm:pt>
    <dgm:pt modelId="{8765C010-D14C-4C6A-8282-826D5C6B7E5D}" type="sibTrans" cxnId="{FE3872F4-FAF9-4691-B488-DB9F37B3E815}">
      <dgm:prSet/>
      <dgm:spPr/>
      <dgm:t>
        <a:bodyPr/>
        <a:lstStyle/>
        <a:p>
          <a:endParaRPr lang="en-GB"/>
        </a:p>
      </dgm:t>
    </dgm:pt>
    <dgm:pt modelId="{A24DBD20-4876-4801-A051-F5336B084AD5}">
      <dgm:prSet phldrT="[Text]" custT="1"/>
      <dgm:spPr/>
      <dgm:t>
        <a:bodyPr/>
        <a:lstStyle/>
        <a:p>
          <a:pPr rtl="1"/>
          <a:r>
            <a:rPr lang="en-US" sz="2600" dirty="0"/>
            <a:t>K</a:t>
          </a:r>
          <a:r>
            <a:rPr lang="fa-IR" sz="2600" dirty="0"/>
            <a:t>-</a:t>
          </a:r>
          <a:r>
            <a:rPr lang="ar-SA" sz="2600" dirty="0"/>
            <a:t>نزدیک‌ترین همسای</a:t>
          </a:r>
          <a:r>
            <a:rPr lang="fa-IR" sz="2600" dirty="0"/>
            <a:t>ه</a:t>
          </a:r>
          <a:r>
            <a:rPr lang="ar-SA" sz="2600" dirty="0"/>
            <a:t> </a:t>
          </a:r>
          <a:r>
            <a:rPr lang="en-GB" sz="2600" dirty="0" err="1"/>
            <a:t>kNN</a:t>
          </a:r>
          <a:r>
            <a:rPr lang="en-GB" sz="2600" dirty="0"/>
            <a:t>)</a:t>
          </a:r>
          <a:r>
            <a:rPr lang="fa-IR" sz="2600" dirty="0"/>
            <a:t>)</a:t>
          </a:r>
          <a:endParaRPr lang="en-GB" sz="2600" dirty="0"/>
        </a:p>
      </dgm:t>
    </dgm:pt>
    <dgm:pt modelId="{101367BF-9411-4363-9DDF-EF0A88759D80}" type="parTrans" cxnId="{BA52D739-A160-439D-A974-F2AA74472E71}">
      <dgm:prSet/>
      <dgm:spPr/>
      <dgm:t>
        <a:bodyPr/>
        <a:lstStyle/>
        <a:p>
          <a:endParaRPr lang="en-GB"/>
        </a:p>
      </dgm:t>
    </dgm:pt>
    <dgm:pt modelId="{1B55CBF5-7F9C-45A1-967E-95A8087CC362}" type="sibTrans" cxnId="{BA52D739-A160-439D-A974-F2AA74472E71}">
      <dgm:prSet/>
      <dgm:spPr/>
      <dgm:t>
        <a:bodyPr/>
        <a:lstStyle/>
        <a:p>
          <a:endParaRPr lang="en-GB"/>
        </a:p>
      </dgm:t>
    </dgm:pt>
    <dgm:pt modelId="{80F445F0-028C-4BBA-BB50-B64D7D0A23B3}">
      <dgm:prSet custT="1"/>
      <dgm:spPr/>
      <dgm:t>
        <a:bodyPr/>
        <a:lstStyle/>
        <a:p>
          <a:pPr rtl="1"/>
          <a:r>
            <a:rPr lang="ar-SA" sz="2600" dirty="0"/>
            <a:t>ماشین بردار پشتیبان </a:t>
          </a:r>
          <a:r>
            <a:rPr lang="en-GB" sz="2600" dirty="0"/>
            <a:t>SVM)</a:t>
          </a:r>
          <a:r>
            <a:rPr lang="fa-IR" sz="2600" dirty="0"/>
            <a:t>)</a:t>
          </a:r>
          <a:endParaRPr lang="en-GB" sz="2600" dirty="0"/>
        </a:p>
      </dgm:t>
    </dgm:pt>
    <dgm:pt modelId="{10DF41D3-75EC-4D52-BE32-42CD31429EEF}" type="parTrans" cxnId="{2E161E30-4A06-4BD1-9BBB-2DCE2AB731A1}">
      <dgm:prSet/>
      <dgm:spPr/>
      <dgm:t>
        <a:bodyPr/>
        <a:lstStyle/>
        <a:p>
          <a:endParaRPr lang="en-GB"/>
        </a:p>
      </dgm:t>
    </dgm:pt>
    <dgm:pt modelId="{DAC27384-5C62-4117-A2E2-EEF636AD8480}" type="sibTrans" cxnId="{2E161E30-4A06-4BD1-9BBB-2DCE2AB731A1}">
      <dgm:prSet/>
      <dgm:spPr/>
      <dgm:t>
        <a:bodyPr/>
        <a:lstStyle/>
        <a:p>
          <a:endParaRPr lang="en-GB"/>
        </a:p>
      </dgm:t>
    </dgm:pt>
    <dgm:pt modelId="{F32644FE-D1BB-4007-A2BC-BC24A68B7666}">
      <dgm:prSet custT="1"/>
      <dgm:spPr/>
      <dgm:t>
        <a:bodyPr/>
        <a:lstStyle/>
        <a:p>
          <a:pPr rtl="1"/>
          <a:r>
            <a:rPr lang="ar-SA" sz="2600" dirty="0"/>
            <a:t>درخت تصمیم</a:t>
          </a:r>
          <a:r>
            <a:rPr lang="fa-IR" sz="2600" dirty="0"/>
            <a:t>      </a:t>
          </a:r>
          <a:r>
            <a:rPr lang="ar-SA" sz="2600" dirty="0"/>
            <a:t> </a:t>
          </a:r>
          <a:r>
            <a:rPr lang="en-GB" sz="2600" dirty="0"/>
            <a:t>Decision Tree)</a:t>
          </a:r>
          <a:r>
            <a:rPr lang="fa-IR" sz="2600" dirty="0"/>
            <a:t>)</a:t>
          </a:r>
          <a:endParaRPr lang="en-GB" sz="2600" dirty="0"/>
        </a:p>
      </dgm:t>
    </dgm:pt>
    <dgm:pt modelId="{3E211B24-8C1D-4064-95E0-F0EC1EF2E02B}" type="parTrans" cxnId="{233857C2-61F3-4216-8E89-785F5376248B}">
      <dgm:prSet/>
      <dgm:spPr/>
      <dgm:t>
        <a:bodyPr/>
        <a:lstStyle/>
        <a:p>
          <a:endParaRPr lang="en-GB"/>
        </a:p>
      </dgm:t>
    </dgm:pt>
    <dgm:pt modelId="{DB333D72-C04A-4DDE-AE86-CA6BD599B85E}" type="sibTrans" cxnId="{233857C2-61F3-4216-8E89-785F5376248B}">
      <dgm:prSet/>
      <dgm:spPr/>
      <dgm:t>
        <a:bodyPr/>
        <a:lstStyle/>
        <a:p>
          <a:endParaRPr lang="en-GB"/>
        </a:p>
      </dgm:t>
    </dgm:pt>
    <dgm:pt modelId="{03AD9B13-3DBC-45E3-8C5A-1B17B0CD558B}">
      <dgm:prSet custT="1"/>
      <dgm:spPr/>
      <dgm:t>
        <a:bodyPr/>
        <a:lstStyle/>
        <a:p>
          <a:pPr rtl="1"/>
          <a:r>
            <a:rPr lang="ar-SA" sz="2600" b="0" i="0" dirty="0"/>
            <a:t>جنگل تصادفی</a:t>
          </a:r>
          <a:r>
            <a:rPr lang="fa-IR" sz="2600" b="0" i="0" dirty="0"/>
            <a:t>      </a:t>
          </a:r>
          <a:r>
            <a:rPr lang="ar-SA" sz="2600" b="0" i="0" dirty="0"/>
            <a:t> </a:t>
          </a:r>
          <a:r>
            <a:rPr lang="fa-IR" sz="2600" b="0" i="0" dirty="0"/>
            <a:t>(</a:t>
          </a:r>
          <a:r>
            <a:rPr lang="en-GB" sz="2600" b="0" i="0" dirty="0"/>
            <a:t>Random Forest</a:t>
          </a:r>
          <a:r>
            <a:rPr lang="fa-IR" sz="2600" b="0" i="0" dirty="0"/>
            <a:t>)</a:t>
          </a:r>
          <a:endParaRPr lang="en-GB" sz="2600" b="0" dirty="0"/>
        </a:p>
      </dgm:t>
    </dgm:pt>
    <dgm:pt modelId="{64D777B2-AC41-48DB-90F5-766CD7643F5D}" type="parTrans" cxnId="{ECCF00CD-3BFA-43FF-9D70-D98800FA3E28}">
      <dgm:prSet/>
      <dgm:spPr/>
      <dgm:t>
        <a:bodyPr/>
        <a:lstStyle/>
        <a:p>
          <a:endParaRPr lang="en-GB"/>
        </a:p>
      </dgm:t>
    </dgm:pt>
    <dgm:pt modelId="{AD82DB83-1ACD-4F77-A0F3-92C1F9283182}" type="sibTrans" cxnId="{ECCF00CD-3BFA-43FF-9D70-D98800FA3E28}">
      <dgm:prSet/>
      <dgm:spPr/>
      <dgm:t>
        <a:bodyPr/>
        <a:lstStyle/>
        <a:p>
          <a:endParaRPr lang="en-GB"/>
        </a:p>
      </dgm:t>
    </dgm:pt>
    <dgm:pt modelId="{299C961A-86E7-4FB9-BBEF-28367F1C9CBA}" type="pres">
      <dgm:prSet presAssocID="{774A8AAA-1E11-4AD3-B2F7-357FE0224C7F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BFD81DA4-037B-4C24-AC7A-7A9D1FD60D2F}" type="pres">
      <dgm:prSet presAssocID="{91642CCB-563E-448E-8EC0-CCA3DB033BCF}" presName="root1" presStyleCnt="0"/>
      <dgm:spPr/>
    </dgm:pt>
    <dgm:pt modelId="{253814CE-F0F0-4866-BAF1-3EE249A8E0AA}" type="pres">
      <dgm:prSet presAssocID="{91642CCB-563E-448E-8EC0-CCA3DB033BCF}" presName="LevelOneTextNode" presStyleLbl="node0" presStyleIdx="0" presStyleCnt="1" custScaleX="129661" custLinFactX="5832" custLinFactNeighborX="100000" custLinFactNeighborY="-3024">
        <dgm:presLayoutVars>
          <dgm:chPref val="3"/>
        </dgm:presLayoutVars>
      </dgm:prSet>
      <dgm:spPr/>
    </dgm:pt>
    <dgm:pt modelId="{539A2E7B-7C17-4B58-A5C8-DD66E425433A}" type="pres">
      <dgm:prSet presAssocID="{91642CCB-563E-448E-8EC0-CCA3DB033BCF}" presName="level2hierChild" presStyleCnt="0"/>
      <dgm:spPr/>
    </dgm:pt>
    <dgm:pt modelId="{2FEC34BE-1BC6-4F77-9F3F-B55C4D62B030}" type="pres">
      <dgm:prSet presAssocID="{0D6E755F-E060-4738-BEDD-EAE2E1E6F05D}" presName="conn2-1" presStyleLbl="parChTrans1D2" presStyleIdx="0" presStyleCnt="5"/>
      <dgm:spPr/>
    </dgm:pt>
    <dgm:pt modelId="{56669195-6C6E-4F1E-A1BD-CD2758110A52}" type="pres">
      <dgm:prSet presAssocID="{0D6E755F-E060-4738-BEDD-EAE2E1E6F05D}" presName="connTx" presStyleLbl="parChTrans1D2" presStyleIdx="0" presStyleCnt="5"/>
      <dgm:spPr/>
    </dgm:pt>
    <dgm:pt modelId="{CC4FA8A9-A6B3-461D-9FDF-02A5B46293A7}" type="pres">
      <dgm:prSet presAssocID="{529225C9-2AB0-44B1-BD10-9E83DD6C964B}" presName="root2" presStyleCnt="0"/>
      <dgm:spPr/>
    </dgm:pt>
    <dgm:pt modelId="{A16F800D-5C6F-4C28-AB75-796DE05CF73F}" type="pres">
      <dgm:prSet presAssocID="{529225C9-2AB0-44B1-BD10-9E83DD6C964B}" presName="LevelTwoTextNode" presStyleLbl="node2" presStyleIdx="0" presStyleCnt="5" custScaleX="157609" custLinFactNeighborX="-60347">
        <dgm:presLayoutVars>
          <dgm:chPref val="3"/>
        </dgm:presLayoutVars>
      </dgm:prSet>
      <dgm:spPr/>
    </dgm:pt>
    <dgm:pt modelId="{5009AD36-5450-4866-8EDD-2E4868550CCE}" type="pres">
      <dgm:prSet presAssocID="{529225C9-2AB0-44B1-BD10-9E83DD6C964B}" presName="level3hierChild" presStyleCnt="0"/>
      <dgm:spPr/>
    </dgm:pt>
    <dgm:pt modelId="{AA55B43B-E1D2-4DA8-A2E3-B0E28774C62B}" type="pres">
      <dgm:prSet presAssocID="{101367BF-9411-4363-9DDF-EF0A88759D80}" presName="conn2-1" presStyleLbl="parChTrans1D2" presStyleIdx="1" presStyleCnt="5"/>
      <dgm:spPr/>
    </dgm:pt>
    <dgm:pt modelId="{442D7297-C1C7-4A88-A02B-803741D4F7A2}" type="pres">
      <dgm:prSet presAssocID="{101367BF-9411-4363-9DDF-EF0A88759D80}" presName="connTx" presStyleLbl="parChTrans1D2" presStyleIdx="1" presStyleCnt="5"/>
      <dgm:spPr/>
    </dgm:pt>
    <dgm:pt modelId="{BF04901F-B9D3-494F-BD7E-9E668824E795}" type="pres">
      <dgm:prSet presAssocID="{A24DBD20-4876-4801-A051-F5336B084AD5}" presName="root2" presStyleCnt="0"/>
      <dgm:spPr/>
    </dgm:pt>
    <dgm:pt modelId="{F07622D8-A5F2-4141-B520-DF3B14F45BAB}" type="pres">
      <dgm:prSet presAssocID="{A24DBD20-4876-4801-A051-F5336B084AD5}" presName="LevelTwoTextNode" presStyleLbl="node2" presStyleIdx="1" presStyleCnt="5" custScaleX="158345" custLinFactNeighborX="-60347">
        <dgm:presLayoutVars>
          <dgm:chPref val="3"/>
        </dgm:presLayoutVars>
      </dgm:prSet>
      <dgm:spPr/>
    </dgm:pt>
    <dgm:pt modelId="{3FF34EFB-4075-4747-B520-AEA1D49F3E2B}" type="pres">
      <dgm:prSet presAssocID="{A24DBD20-4876-4801-A051-F5336B084AD5}" presName="level3hierChild" presStyleCnt="0"/>
      <dgm:spPr/>
    </dgm:pt>
    <dgm:pt modelId="{16B6B27D-5E1B-4CB7-85D2-3166694BF89F}" type="pres">
      <dgm:prSet presAssocID="{10DF41D3-75EC-4D52-BE32-42CD31429EEF}" presName="conn2-1" presStyleLbl="parChTrans1D2" presStyleIdx="2" presStyleCnt="5"/>
      <dgm:spPr/>
    </dgm:pt>
    <dgm:pt modelId="{458617A4-B462-4B84-8802-B5F67FA26857}" type="pres">
      <dgm:prSet presAssocID="{10DF41D3-75EC-4D52-BE32-42CD31429EEF}" presName="connTx" presStyleLbl="parChTrans1D2" presStyleIdx="2" presStyleCnt="5"/>
      <dgm:spPr/>
    </dgm:pt>
    <dgm:pt modelId="{86535F7E-D9C1-4932-866B-D9383F20B8D2}" type="pres">
      <dgm:prSet presAssocID="{80F445F0-028C-4BBA-BB50-B64D7D0A23B3}" presName="root2" presStyleCnt="0"/>
      <dgm:spPr/>
    </dgm:pt>
    <dgm:pt modelId="{7C8FBECB-B7A0-48A9-AC8F-88CA7BC81EFB}" type="pres">
      <dgm:prSet presAssocID="{80F445F0-028C-4BBA-BB50-B64D7D0A23B3}" presName="LevelTwoTextNode" presStyleLbl="node2" presStyleIdx="2" presStyleCnt="5" custScaleX="159818" custLinFactNeighborX="-60347">
        <dgm:presLayoutVars>
          <dgm:chPref val="3"/>
        </dgm:presLayoutVars>
      </dgm:prSet>
      <dgm:spPr/>
    </dgm:pt>
    <dgm:pt modelId="{FC1FFDFF-2F42-4448-A8E1-34B264594F8E}" type="pres">
      <dgm:prSet presAssocID="{80F445F0-028C-4BBA-BB50-B64D7D0A23B3}" presName="level3hierChild" presStyleCnt="0"/>
      <dgm:spPr/>
    </dgm:pt>
    <dgm:pt modelId="{DCF76DFA-F983-412F-B4BD-865FBA78604E}" type="pres">
      <dgm:prSet presAssocID="{3E211B24-8C1D-4064-95E0-F0EC1EF2E02B}" presName="conn2-1" presStyleLbl="parChTrans1D2" presStyleIdx="3" presStyleCnt="5"/>
      <dgm:spPr/>
    </dgm:pt>
    <dgm:pt modelId="{090B14AE-D0BA-48D2-82C1-2BC9299150F4}" type="pres">
      <dgm:prSet presAssocID="{3E211B24-8C1D-4064-95E0-F0EC1EF2E02B}" presName="connTx" presStyleLbl="parChTrans1D2" presStyleIdx="3" presStyleCnt="5"/>
      <dgm:spPr/>
    </dgm:pt>
    <dgm:pt modelId="{17305CD1-1E0E-4D72-BB8C-82C921ADE6F7}" type="pres">
      <dgm:prSet presAssocID="{F32644FE-D1BB-4007-A2BC-BC24A68B7666}" presName="root2" presStyleCnt="0"/>
      <dgm:spPr/>
    </dgm:pt>
    <dgm:pt modelId="{3A0F162D-7D90-4571-8515-1FA247B0790B}" type="pres">
      <dgm:prSet presAssocID="{F32644FE-D1BB-4007-A2BC-BC24A68B7666}" presName="LevelTwoTextNode" presStyleLbl="node2" presStyleIdx="3" presStyleCnt="5" custScaleX="159818" custLinFactNeighborX="-60347">
        <dgm:presLayoutVars>
          <dgm:chPref val="3"/>
        </dgm:presLayoutVars>
      </dgm:prSet>
      <dgm:spPr/>
    </dgm:pt>
    <dgm:pt modelId="{7EB9361A-3F50-4EE1-828A-2CA09A565CAD}" type="pres">
      <dgm:prSet presAssocID="{F32644FE-D1BB-4007-A2BC-BC24A68B7666}" presName="level3hierChild" presStyleCnt="0"/>
      <dgm:spPr/>
    </dgm:pt>
    <dgm:pt modelId="{3BB51987-776A-413F-B6DA-F6FB686F58F8}" type="pres">
      <dgm:prSet presAssocID="{64D777B2-AC41-48DB-90F5-766CD7643F5D}" presName="conn2-1" presStyleLbl="parChTrans1D2" presStyleIdx="4" presStyleCnt="5"/>
      <dgm:spPr/>
    </dgm:pt>
    <dgm:pt modelId="{E4207967-9B61-4CC6-B3D2-A544D827C9AF}" type="pres">
      <dgm:prSet presAssocID="{64D777B2-AC41-48DB-90F5-766CD7643F5D}" presName="connTx" presStyleLbl="parChTrans1D2" presStyleIdx="4" presStyleCnt="5"/>
      <dgm:spPr/>
    </dgm:pt>
    <dgm:pt modelId="{9221A9C4-DB8B-4B59-A56C-3D6C4C0339DB}" type="pres">
      <dgm:prSet presAssocID="{03AD9B13-3DBC-45E3-8C5A-1B17B0CD558B}" presName="root2" presStyleCnt="0"/>
      <dgm:spPr/>
    </dgm:pt>
    <dgm:pt modelId="{8EF3556E-3663-4327-819D-1F4A6C06989E}" type="pres">
      <dgm:prSet presAssocID="{03AD9B13-3DBC-45E3-8C5A-1B17B0CD558B}" presName="LevelTwoTextNode" presStyleLbl="node2" presStyleIdx="4" presStyleCnt="5" custScaleX="159641" custLinFactNeighborX="-60347">
        <dgm:presLayoutVars>
          <dgm:chPref val="3"/>
        </dgm:presLayoutVars>
      </dgm:prSet>
      <dgm:spPr/>
    </dgm:pt>
    <dgm:pt modelId="{0E3E20AE-AFAC-4D19-86FA-F7C06FB7142F}" type="pres">
      <dgm:prSet presAssocID="{03AD9B13-3DBC-45E3-8C5A-1B17B0CD558B}" presName="level3hierChild" presStyleCnt="0"/>
      <dgm:spPr/>
    </dgm:pt>
  </dgm:ptLst>
  <dgm:cxnLst>
    <dgm:cxn modelId="{51549305-298B-4791-B62F-E72F73409989}" type="presOf" srcId="{3E211B24-8C1D-4064-95E0-F0EC1EF2E02B}" destId="{DCF76DFA-F983-412F-B4BD-865FBA78604E}" srcOrd="0" destOrd="0" presId="urn:microsoft.com/office/officeart/2005/8/layout/hierarchy2"/>
    <dgm:cxn modelId="{866A9911-4DBF-42E3-B9C8-3D054026396B}" type="presOf" srcId="{A24DBD20-4876-4801-A051-F5336B084AD5}" destId="{F07622D8-A5F2-4141-B520-DF3B14F45BAB}" srcOrd="0" destOrd="0" presId="urn:microsoft.com/office/officeart/2005/8/layout/hierarchy2"/>
    <dgm:cxn modelId="{C12C7D1E-FF6E-4580-B621-093E3B44188B}" type="presOf" srcId="{64D777B2-AC41-48DB-90F5-766CD7643F5D}" destId="{E4207967-9B61-4CC6-B3D2-A544D827C9AF}" srcOrd="1" destOrd="0" presId="urn:microsoft.com/office/officeart/2005/8/layout/hierarchy2"/>
    <dgm:cxn modelId="{2E161E30-4A06-4BD1-9BBB-2DCE2AB731A1}" srcId="{91642CCB-563E-448E-8EC0-CCA3DB033BCF}" destId="{80F445F0-028C-4BBA-BB50-B64D7D0A23B3}" srcOrd="2" destOrd="0" parTransId="{10DF41D3-75EC-4D52-BE32-42CD31429EEF}" sibTransId="{DAC27384-5C62-4117-A2E2-EEF636AD8480}"/>
    <dgm:cxn modelId="{DB837136-D4D7-4849-A2A8-7C94357CCC26}" type="presOf" srcId="{80F445F0-028C-4BBA-BB50-B64D7D0A23B3}" destId="{7C8FBECB-B7A0-48A9-AC8F-88CA7BC81EFB}" srcOrd="0" destOrd="0" presId="urn:microsoft.com/office/officeart/2005/8/layout/hierarchy2"/>
    <dgm:cxn modelId="{BA52D739-A160-439D-A974-F2AA74472E71}" srcId="{91642CCB-563E-448E-8EC0-CCA3DB033BCF}" destId="{A24DBD20-4876-4801-A051-F5336B084AD5}" srcOrd="1" destOrd="0" parTransId="{101367BF-9411-4363-9DDF-EF0A88759D80}" sibTransId="{1B55CBF5-7F9C-45A1-967E-95A8087CC362}"/>
    <dgm:cxn modelId="{4738F53D-A60C-42AD-B283-CA220B961E69}" type="presOf" srcId="{F32644FE-D1BB-4007-A2BC-BC24A68B7666}" destId="{3A0F162D-7D90-4571-8515-1FA247B0790B}" srcOrd="0" destOrd="0" presId="urn:microsoft.com/office/officeart/2005/8/layout/hierarchy2"/>
    <dgm:cxn modelId="{8C76953E-5435-4403-A7A7-182ED9D72E76}" type="presOf" srcId="{774A8AAA-1E11-4AD3-B2F7-357FE0224C7F}" destId="{299C961A-86E7-4FB9-BBEF-28367F1C9CBA}" srcOrd="0" destOrd="0" presId="urn:microsoft.com/office/officeart/2005/8/layout/hierarchy2"/>
    <dgm:cxn modelId="{7F1BC86D-983A-459D-B5B7-5A7546281D3F}" type="presOf" srcId="{10DF41D3-75EC-4D52-BE32-42CD31429EEF}" destId="{458617A4-B462-4B84-8802-B5F67FA26857}" srcOrd="1" destOrd="0" presId="urn:microsoft.com/office/officeart/2005/8/layout/hierarchy2"/>
    <dgm:cxn modelId="{DA9DBE95-B96A-4DDD-A2DA-B603DC86D8B4}" type="presOf" srcId="{0D6E755F-E060-4738-BEDD-EAE2E1E6F05D}" destId="{2FEC34BE-1BC6-4F77-9F3F-B55C4D62B030}" srcOrd="0" destOrd="0" presId="urn:microsoft.com/office/officeart/2005/8/layout/hierarchy2"/>
    <dgm:cxn modelId="{976AF798-46C7-46A7-BE40-94C0C2C9D77B}" type="presOf" srcId="{101367BF-9411-4363-9DDF-EF0A88759D80}" destId="{AA55B43B-E1D2-4DA8-A2E3-B0E28774C62B}" srcOrd="0" destOrd="0" presId="urn:microsoft.com/office/officeart/2005/8/layout/hierarchy2"/>
    <dgm:cxn modelId="{D7B2AE9E-5625-479D-BFD3-82D98ADC4133}" type="presOf" srcId="{0D6E755F-E060-4738-BEDD-EAE2E1E6F05D}" destId="{56669195-6C6E-4F1E-A1BD-CD2758110A52}" srcOrd="1" destOrd="0" presId="urn:microsoft.com/office/officeart/2005/8/layout/hierarchy2"/>
    <dgm:cxn modelId="{865475A9-F49A-49EE-B0FC-47F123B83121}" type="presOf" srcId="{64D777B2-AC41-48DB-90F5-766CD7643F5D}" destId="{3BB51987-776A-413F-B6DA-F6FB686F58F8}" srcOrd="0" destOrd="0" presId="urn:microsoft.com/office/officeart/2005/8/layout/hierarchy2"/>
    <dgm:cxn modelId="{897ADFAA-97C7-4B57-8CBA-3DBD86F00346}" type="presOf" srcId="{101367BF-9411-4363-9DDF-EF0A88759D80}" destId="{442D7297-C1C7-4A88-A02B-803741D4F7A2}" srcOrd="1" destOrd="0" presId="urn:microsoft.com/office/officeart/2005/8/layout/hierarchy2"/>
    <dgm:cxn modelId="{6133FAB2-D165-43CA-B312-C8757A42DE2B}" type="presOf" srcId="{03AD9B13-3DBC-45E3-8C5A-1B17B0CD558B}" destId="{8EF3556E-3663-4327-819D-1F4A6C06989E}" srcOrd="0" destOrd="0" presId="urn:microsoft.com/office/officeart/2005/8/layout/hierarchy2"/>
    <dgm:cxn modelId="{34814BBE-1AE0-4CE3-8BB8-BA487480FF24}" type="presOf" srcId="{529225C9-2AB0-44B1-BD10-9E83DD6C964B}" destId="{A16F800D-5C6F-4C28-AB75-796DE05CF73F}" srcOrd="0" destOrd="0" presId="urn:microsoft.com/office/officeart/2005/8/layout/hierarchy2"/>
    <dgm:cxn modelId="{233857C2-61F3-4216-8E89-785F5376248B}" srcId="{91642CCB-563E-448E-8EC0-CCA3DB033BCF}" destId="{F32644FE-D1BB-4007-A2BC-BC24A68B7666}" srcOrd="3" destOrd="0" parTransId="{3E211B24-8C1D-4064-95E0-F0EC1EF2E02B}" sibTransId="{DB333D72-C04A-4DDE-AE86-CA6BD599B85E}"/>
    <dgm:cxn modelId="{ECCF00CD-3BFA-43FF-9D70-D98800FA3E28}" srcId="{91642CCB-563E-448E-8EC0-CCA3DB033BCF}" destId="{03AD9B13-3DBC-45E3-8C5A-1B17B0CD558B}" srcOrd="4" destOrd="0" parTransId="{64D777B2-AC41-48DB-90F5-766CD7643F5D}" sibTransId="{AD82DB83-1ACD-4F77-A0F3-92C1F9283182}"/>
    <dgm:cxn modelId="{0F7BE3D0-F243-4594-88B5-248E14D83C93}" srcId="{774A8AAA-1E11-4AD3-B2F7-357FE0224C7F}" destId="{91642CCB-563E-448E-8EC0-CCA3DB033BCF}" srcOrd="0" destOrd="0" parTransId="{F1893383-7CB6-4C4C-80DF-2916691E7571}" sibTransId="{9FAB9BCA-8865-4EB5-9830-68EC7F11D0A4}"/>
    <dgm:cxn modelId="{8E4217D3-52F8-477D-B9A6-2459D5304DFD}" type="presOf" srcId="{10DF41D3-75EC-4D52-BE32-42CD31429EEF}" destId="{16B6B27D-5E1B-4CB7-85D2-3166694BF89F}" srcOrd="0" destOrd="0" presId="urn:microsoft.com/office/officeart/2005/8/layout/hierarchy2"/>
    <dgm:cxn modelId="{F5CDB1DB-81C6-4225-A817-6B6389F6545A}" type="presOf" srcId="{91642CCB-563E-448E-8EC0-CCA3DB033BCF}" destId="{253814CE-F0F0-4866-BAF1-3EE249A8E0AA}" srcOrd="0" destOrd="0" presId="urn:microsoft.com/office/officeart/2005/8/layout/hierarchy2"/>
    <dgm:cxn modelId="{FE3872F4-FAF9-4691-B488-DB9F37B3E815}" srcId="{91642CCB-563E-448E-8EC0-CCA3DB033BCF}" destId="{529225C9-2AB0-44B1-BD10-9E83DD6C964B}" srcOrd="0" destOrd="0" parTransId="{0D6E755F-E060-4738-BEDD-EAE2E1E6F05D}" sibTransId="{8765C010-D14C-4C6A-8282-826D5C6B7E5D}"/>
    <dgm:cxn modelId="{9D8FF5F6-4A1F-4CBE-8233-040B136EF07A}" type="presOf" srcId="{3E211B24-8C1D-4064-95E0-F0EC1EF2E02B}" destId="{090B14AE-D0BA-48D2-82C1-2BC9299150F4}" srcOrd="1" destOrd="0" presId="urn:microsoft.com/office/officeart/2005/8/layout/hierarchy2"/>
    <dgm:cxn modelId="{57C8BC6B-507E-4B4D-A6EA-5A6C7CA08AA1}" type="presParOf" srcId="{299C961A-86E7-4FB9-BBEF-28367F1C9CBA}" destId="{BFD81DA4-037B-4C24-AC7A-7A9D1FD60D2F}" srcOrd="0" destOrd="0" presId="urn:microsoft.com/office/officeart/2005/8/layout/hierarchy2"/>
    <dgm:cxn modelId="{3F1ABD2B-DECB-4B86-978F-67312EAE562A}" type="presParOf" srcId="{BFD81DA4-037B-4C24-AC7A-7A9D1FD60D2F}" destId="{253814CE-F0F0-4866-BAF1-3EE249A8E0AA}" srcOrd="0" destOrd="0" presId="urn:microsoft.com/office/officeart/2005/8/layout/hierarchy2"/>
    <dgm:cxn modelId="{450C8133-4939-43DE-BDEF-1DC41437A984}" type="presParOf" srcId="{BFD81DA4-037B-4C24-AC7A-7A9D1FD60D2F}" destId="{539A2E7B-7C17-4B58-A5C8-DD66E425433A}" srcOrd="1" destOrd="0" presId="urn:microsoft.com/office/officeart/2005/8/layout/hierarchy2"/>
    <dgm:cxn modelId="{15F74426-0F70-4D77-AF8C-EF8D356F6A62}" type="presParOf" srcId="{539A2E7B-7C17-4B58-A5C8-DD66E425433A}" destId="{2FEC34BE-1BC6-4F77-9F3F-B55C4D62B030}" srcOrd="0" destOrd="0" presId="urn:microsoft.com/office/officeart/2005/8/layout/hierarchy2"/>
    <dgm:cxn modelId="{8CD42467-97AE-45B7-98A3-1B3C1DB25692}" type="presParOf" srcId="{2FEC34BE-1BC6-4F77-9F3F-B55C4D62B030}" destId="{56669195-6C6E-4F1E-A1BD-CD2758110A52}" srcOrd="0" destOrd="0" presId="urn:microsoft.com/office/officeart/2005/8/layout/hierarchy2"/>
    <dgm:cxn modelId="{12EB9A56-30B6-4E51-BD31-9A9A390D65F6}" type="presParOf" srcId="{539A2E7B-7C17-4B58-A5C8-DD66E425433A}" destId="{CC4FA8A9-A6B3-461D-9FDF-02A5B46293A7}" srcOrd="1" destOrd="0" presId="urn:microsoft.com/office/officeart/2005/8/layout/hierarchy2"/>
    <dgm:cxn modelId="{6DCA4803-87C0-425D-A44D-6690B9117A1B}" type="presParOf" srcId="{CC4FA8A9-A6B3-461D-9FDF-02A5B46293A7}" destId="{A16F800D-5C6F-4C28-AB75-796DE05CF73F}" srcOrd="0" destOrd="0" presId="urn:microsoft.com/office/officeart/2005/8/layout/hierarchy2"/>
    <dgm:cxn modelId="{C07113BA-B802-4B72-8E27-28ABB1C1971E}" type="presParOf" srcId="{CC4FA8A9-A6B3-461D-9FDF-02A5B46293A7}" destId="{5009AD36-5450-4866-8EDD-2E4868550CCE}" srcOrd="1" destOrd="0" presId="urn:microsoft.com/office/officeart/2005/8/layout/hierarchy2"/>
    <dgm:cxn modelId="{B6F8FD05-D495-4C7D-AE9D-591A5471012B}" type="presParOf" srcId="{539A2E7B-7C17-4B58-A5C8-DD66E425433A}" destId="{AA55B43B-E1D2-4DA8-A2E3-B0E28774C62B}" srcOrd="2" destOrd="0" presId="urn:microsoft.com/office/officeart/2005/8/layout/hierarchy2"/>
    <dgm:cxn modelId="{6F9090ED-9DA3-48A0-949A-6788C70D179A}" type="presParOf" srcId="{AA55B43B-E1D2-4DA8-A2E3-B0E28774C62B}" destId="{442D7297-C1C7-4A88-A02B-803741D4F7A2}" srcOrd="0" destOrd="0" presId="urn:microsoft.com/office/officeart/2005/8/layout/hierarchy2"/>
    <dgm:cxn modelId="{2760BCE6-EC4D-43EE-B640-82F3C3C35726}" type="presParOf" srcId="{539A2E7B-7C17-4B58-A5C8-DD66E425433A}" destId="{BF04901F-B9D3-494F-BD7E-9E668824E795}" srcOrd="3" destOrd="0" presId="urn:microsoft.com/office/officeart/2005/8/layout/hierarchy2"/>
    <dgm:cxn modelId="{66680E81-283D-4BA6-A7B4-967B1346CB44}" type="presParOf" srcId="{BF04901F-B9D3-494F-BD7E-9E668824E795}" destId="{F07622D8-A5F2-4141-B520-DF3B14F45BAB}" srcOrd="0" destOrd="0" presId="urn:microsoft.com/office/officeart/2005/8/layout/hierarchy2"/>
    <dgm:cxn modelId="{C96DC5A6-4D61-4619-BDDE-BFA9743C4B27}" type="presParOf" srcId="{BF04901F-B9D3-494F-BD7E-9E668824E795}" destId="{3FF34EFB-4075-4747-B520-AEA1D49F3E2B}" srcOrd="1" destOrd="0" presId="urn:microsoft.com/office/officeart/2005/8/layout/hierarchy2"/>
    <dgm:cxn modelId="{E54B41AE-F79D-4BDA-991F-C324D34BE7ED}" type="presParOf" srcId="{539A2E7B-7C17-4B58-A5C8-DD66E425433A}" destId="{16B6B27D-5E1B-4CB7-85D2-3166694BF89F}" srcOrd="4" destOrd="0" presId="urn:microsoft.com/office/officeart/2005/8/layout/hierarchy2"/>
    <dgm:cxn modelId="{B5EF2042-DFF9-44FB-BF85-3B11C1D92038}" type="presParOf" srcId="{16B6B27D-5E1B-4CB7-85D2-3166694BF89F}" destId="{458617A4-B462-4B84-8802-B5F67FA26857}" srcOrd="0" destOrd="0" presId="urn:microsoft.com/office/officeart/2005/8/layout/hierarchy2"/>
    <dgm:cxn modelId="{CEDC5398-9015-4BF5-84EF-B91A2D5828D0}" type="presParOf" srcId="{539A2E7B-7C17-4B58-A5C8-DD66E425433A}" destId="{86535F7E-D9C1-4932-866B-D9383F20B8D2}" srcOrd="5" destOrd="0" presId="urn:microsoft.com/office/officeart/2005/8/layout/hierarchy2"/>
    <dgm:cxn modelId="{F9869145-C808-4775-A6BA-49943662DA3E}" type="presParOf" srcId="{86535F7E-D9C1-4932-866B-D9383F20B8D2}" destId="{7C8FBECB-B7A0-48A9-AC8F-88CA7BC81EFB}" srcOrd="0" destOrd="0" presId="urn:microsoft.com/office/officeart/2005/8/layout/hierarchy2"/>
    <dgm:cxn modelId="{70E64478-8045-4C3F-9803-971EF5C6DBEC}" type="presParOf" srcId="{86535F7E-D9C1-4932-866B-D9383F20B8D2}" destId="{FC1FFDFF-2F42-4448-A8E1-34B264594F8E}" srcOrd="1" destOrd="0" presId="urn:microsoft.com/office/officeart/2005/8/layout/hierarchy2"/>
    <dgm:cxn modelId="{F2D17D08-D22B-4067-B9B8-C97B9D26A49C}" type="presParOf" srcId="{539A2E7B-7C17-4B58-A5C8-DD66E425433A}" destId="{DCF76DFA-F983-412F-B4BD-865FBA78604E}" srcOrd="6" destOrd="0" presId="urn:microsoft.com/office/officeart/2005/8/layout/hierarchy2"/>
    <dgm:cxn modelId="{B89AE0EC-C80D-423F-8D10-6F04AF2C31DE}" type="presParOf" srcId="{DCF76DFA-F983-412F-B4BD-865FBA78604E}" destId="{090B14AE-D0BA-48D2-82C1-2BC9299150F4}" srcOrd="0" destOrd="0" presId="urn:microsoft.com/office/officeart/2005/8/layout/hierarchy2"/>
    <dgm:cxn modelId="{0F588151-52EC-433C-93C6-5574A56BAA5D}" type="presParOf" srcId="{539A2E7B-7C17-4B58-A5C8-DD66E425433A}" destId="{17305CD1-1E0E-4D72-BB8C-82C921ADE6F7}" srcOrd="7" destOrd="0" presId="urn:microsoft.com/office/officeart/2005/8/layout/hierarchy2"/>
    <dgm:cxn modelId="{67D43341-B4BC-4A36-8783-2F8D60E2D733}" type="presParOf" srcId="{17305CD1-1E0E-4D72-BB8C-82C921ADE6F7}" destId="{3A0F162D-7D90-4571-8515-1FA247B0790B}" srcOrd="0" destOrd="0" presId="urn:microsoft.com/office/officeart/2005/8/layout/hierarchy2"/>
    <dgm:cxn modelId="{B66F0675-7DC7-46E4-A114-56E7A76714A1}" type="presParOf" srcId="{17305CD1-1E0E-4D72-BB8C-82C921ADE6F7}" destId="{7EB9361A-3F50-4EE1-828A-2CA09A565CAD}" srcOrd="1" destOrd="0" presId="urn:microsoft.com/office/officeart/2005/8/layout/hierarchy2"/>
    <dgm:cxn modelId="{56DEEECC-59C2-4BC4-833A-CF313851ED12}" type="presParOf" srcId="{539A2E7B-7C17-4B58-A5C8-DD66E425433A}" destId="{3BB51987-776A-413F-B6DA-F6FB686F58F8}" srcOrd="8" destOrd="0" presId="urn:microsoft.com/office/officeart/2005/8/layout/hierarchy2"/>
    <dgm:cxn modelId="{2D4CA1B0-1285-44BF-9B70-696D1C749A2E}" type="presParOf" srcId="{3BB51987-776A-413F-B6DA-F6FB686F58F8}" destId="{E4207967-9B61-4CC6-B3D2-A544D827C9AF}" srcOrd="0" destOrd="0" presId="urn:microsoft.com/office/officeart/2005/8/layout/hierarchy2"/>
    <dgm:cxn modelId="{92F5F1A7-0495-4A4D-BB85-40FBA20E4452}" type="presParOf" srcId="{539A2E7B-7C17-4B58-A5C8-DD66E425433A}" destId="{9221A9C4-DB8B-4B59-A56C-3D6C4C0339DB}" srcOrd="9" destOrd="0" presId="urn:microsoft.com/office/officeart/2005/8/layout/hierarchy2"/>
    <dgm:cxn modelId="{EBD7FC42-E398-4F0E-8696-1CB7360540C4}" type="presParOf" srcId="{9221A9C4-DB8B-4B59-A56C-3D6C4C0339DB}" destId="{8EF3556E-3663-4327-819D-1F4A6C06989E}" srcOrd="0" destOrd="0" presId="urn:microsoft.com/office/officeart/2005/8/layout/hierarchy2"/>
    <dgm:cxn modelId="{C0CCD18B-94B3-49D7-BF37-C870DF602954}" type="presParOf" srcId="{9221A9C4-DB8B-4B59-A56C-3D6C4C0339DB}" destId="{0E3E20AE-AFAC-4D19-86FA-F7C06FB7142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BD5EB28-E453-4BF0-BA6A-72B75084525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99AC33-D90A-4006-9FA4-2E4228084B96}">
      <dgm:prSet phldrT="[Text]" custT="1"/>
      <dgm:spPr/>
      <dgm:t>
        <a:bodyPr/>
        <a:lstStyle/>
        <a:p>
          <a:pPr algn="ctr" rtl="1">
            <a:buFont typeface="+mj-lt"/>
            <a:buAutoNum type="arabicPeriod"/>
          </a:pPr>
          <a:r>
            <a:rPr lang="ar-SA" sz="3100" b="0" i="0" dirty="0"/>
            <a:t>محاسبه فاصله بین نمونه تست</a:t>
          </a:r>
          <a:r>
            <a:rPr lang="en-GB" sz="3100" b="0" i="0" dirty="0" err="1"/>
            <a:t>x</a:t>
          </a:r>
          <a:r>
            <a:rPr lang="en-GB" sz="3100" b="0" i="0" baseline="-25000" dirty="0" err="1"/>
            <a:t>t</a:t>
          </a:r>
          <a:r>
            <a:rPr lang="en-GB" sz="3100" b="0" i="0" dirty="0"/>
            <a:t>) </a:t>
          </a:r>
          <a:r>
            <a:rPr lang="fa-IR" sz="3100" b="0" i="0" dirty="0"/>
            <a:t>) </a:t>
          </a:r>
          <a:r>
            <a:rPr lang="ar-SA" sz="3100" b="0" i="0" dirty="0"/>
            <a:t>و نمونه‌های آموزش </a:t>
          </a:r>
          <a:r>
            <a:rPr lang="en-GB" sz="3100" b="0" i="0" dirty="0"/>
            <a:t>X)</a:t>
          </a:r>
          <a:r>
            <a:rPr lang="fa-IR" sz="3100" b="0" i="0" dirty="0"/>
            <a:t>)</a:t>
          </a:r>
        </a:p>
      </dgm:t>
    </dgm:pt>
    <dgm:pt modelId="{2D76516D-984B-40B9-A3A5-98104CFAFF5F}" type="parTrans" cxnId="{724E220C-C5D0-4070-9BF6-E583A718A297}">
      <dgm:prSet/>
      <dgm:spPr/>
      <dgm:t>
        <a:bodyPr/>
        <a:lstStyle/>
        <a:p>
          <a:endParaRPr lang="en-GB"/>
        </a:p>
      </dgm:t>
    </dgm:pt>
    <dgm:pt modelId="{7D943079-8319-45C2-ACB2-94B53B262FC9}" type="sibTrans" cxnId="{724E220C-C5D0-4070-9BF6-E583A718A297}">
      <dgm:prSet/>
      <dgm:spPr/>
      <dgm:t>
        <a:bodyPr/>
        <a:lstStyle/>
        <a:p>
          <a:endParaRPr lang="en-GB"/>
        </a:p>
      </dgm:t>
    </dgm:pt>
    <dgm:pt modelId="{8DFA2612-D473-4863-8792-DCC4B9C9B664}">
      <dgm:prSet phldrT="[Text]" custT="1"/>
      <dgm:spPr/>
      <dgm:t>
        <a:bodyPr/>
        <a:lstStyle/>
        <a:p>
          <a:pPr algn="ctr" rtl="1">
            <a:buFont typeface="+mj-lt"/>
            <a:buAutoNum type="arabicPeriod"/>
          </a:pPr>
          <a:r>
            <a:rPr lang="ar-SA" sz="3100" b="0" i="0" dirty="0"/>
            <a:t>انتخاب </a:t>
          </a:r>
          <a:r>
            <a:rPr lang="en-GB" sz="3100" b="0" i="0" dirty="0"/>
            <a:t>K</a:t>
          </a:r>
          <a:r>
            <a:rPr lang="ar-SA" sz="3100" b="0" i="0" dirty="0"/>
            <a:t>همسایه نزدیک به نمونه تست براساس فاصله</a:t>
          </a:r>
          <a:r>
            <a:rPr lang="fa-IR" sz="2900" b="0" i="0" dirty="0"/>
            <a:t>            </a:t>
          </a:r>
          <a:r>
            <a:rPr lang="fa-IR" sz="2500" b="0" i="0" dirty="0"/>
            <a:t>(</a:t>
          </a:r>
          <a:r>
            <a:rPr lang="ar-SA" sz="2500" b="0" i="0" dirty="0"/>
            <a:t>مقدار بهینه</a:t>
          </a:r>
          <a:r>
            <a:rPr lang="fa-IR" sz="2500" b="0" i="0" dirty="0"/>
            <a:t> </a:t>
          </a:r>
          <a:r>
            <a:rPr lang="en-US" sz="2500" b="0" i="0" dirty="0"/>
            <a:t>K</a:t>
          </a:r>
          <a:r>
            <a:rPr lang="ar-SA" sz="2500" b="0" i="0" dirty="0"/>
            <a:t> با آزمون خطا یا اعتبارسنجی متقاطع انتخاب می‌شود</a:t>
          </a:r>
          <a:r>
            <a:rPr lang="fa-IR" sz="2500" b="0" i="0" dirty="0"/>
            <a:t>)</a:t>
          </a:r>
          <a:endParaRPr lang="en-GB" sz="2500" dirty="0"/>
        </a:p>
      </dgm:t>
    </dgm:pt>
    <dgm:pt modelId="{14AE4A4B-2CA4-4351-8D22-7210BEFC3073}" type="parTrans" cxnId="{8A74F5F3-7CF7-4443-B949-BCE05FB5A93B}">
      <dgm:prSet/>
      <dgm:spPr/>
      <dgm:t>
        <a:bodyPr/>
        <a:lstStyle/>
        <a:p>
          <a:endParaRPr lang="en-GB"/>
        </a:p>
      </dgm:t>
    </dgm:pt>
    <dgm:pt modelId="{BCDF3442-8BFE-4402-87F6-B4B6CFD8E6F0}" type="sibTrans" cxnId="{8A74F5F3-7CF7-4443-B949-BCE05FB5A93B}">
      <dgm:prSet/>
      <dgm:spPr/>
      <dgm:t>
        <a:bodyPr/>
        <a:lstStyle/>
        <a:p>
          <a:endParaRPr lang="en-GB"/>
        </a:p>
      </dgm:t>
    </dgm:pt>
    <dgm:pt modelId="{F3D6477F-3586-42FE-AA58-CF08C7EA67BB}">
      <dgm:prSet phldrT="[Text]" custT="1"/>
      <dgm:spPr/>
      <dgm:t>
        <a:bodyPr/>
        <a:lstStyle/>
        <a:p>
          <a:pPr algn="ctr" rtl="1">
            <a:buFont typeface="+mj-lt"/>
            <a:buAutoNum type="arabicPeriod"/>
          </a:pPr>
          <a:r>
            <a:rPr lang="ar-SA" sz="3100" b="0" i="0" dirty="0"/>
            <a:t>تعیین کلاس نمونه تست براساس اکثریت آرا در</a:t>
          </a:r>
          <a:r>
            <a:rPr lang="en-GB" sz="3100" b="0" i="0" dirty="0"/>
            <a:t>K </a:t>
          </a:r>
          <a:r>
            <a:rPr lang="ar-SA" sz="3100" b="0" i="0" dirty="0"/>
            <a:t>همسایه نزدیک</a:t>
          </a:r>
          <a:endParaRPr lang="en-GB" sz="3100" dirty="0"/>
        </a:p>
      </dgm:t>
    </dgm:pt>
    <dgm:pt modelId="{07C8C377-9679-48D7-8A0C-E42DCEE29E86}" type="parTrans" cxnId="{CC56C7DD-FF6C-4625-B562-90FF0EEEF9F5}">
      <dgm:prSet/>
      <dgm:spPr/>
      <dgm:t>
        <a:bodyPr/>
        <a:lstStyle/>
        <a:p>
          <a:endParaRPr lang="en-GB"/>
        </a:p>
      </dgm:t>
    </dgm:pt>
    <dgm:pt modelId="{3752C70D-1251-4A91-A90C-EE800F0CF5FA}" type="sibTrans" cxnId="{CC56C7DD-FF6C-4625-B562-90FF0EEEF9F5}">
      <dgm:prSet/>
      <dgm:spPr/>
      <dgm:t>
        <a:bodyPr/>
        <a:lstStyle/>
        <a:p>
          <a:endParaRPr lang="en-GB"/>
        </a:p>
      </dgm:t>
    </dgm:pt>
    <dgm:pt modelId="{D9558615-0D24-457B-B1C7-95254CE64A32}" type="pres">
      <dgm:prSet presAssocID="{0BD5EB28-E453-4BF0-BA6A-72B75084525F}" presName="Name0" presStyleCnt="0">
        <dgm:presLayoutVars>
          <dgm:chMax val="7"/>
          <dgm:chPref val="7"/>
          <dgm:dir val="rev"/>
        </dgm:presLayoutVars>
      </dgm:prSet>
      <dgm:spPr/>
    </dgm:pt>
    <dgm:pt modelId="{3C56C709-37BE-47B8-A500-E565FEC3F122}" type="pres">
      <dgm:prSet presAssocID="{0BD5EB28-E453-4BF0-BA6A-72B75084525F}" presName="Name1" presStyleCnt="0"/>
      <dgm:spPr/>
    </dgm:pt>
    <dgm:pt modelId="{AEF7B833-6C88-4A2B-8556-7ED96BA5CA24}" type="pres">
      <dgm:prSet presAssocID="{0BD5EB28-E453-4BF0-BA6A-72B75084525F}" presName="cycle" presStyleCnt="0"/>
      <dgm:spPr/>
    </dgm:pt>
    <dgm:pt modelId="{E3E19B0A-7607-4D25-82C6-8C922DA56CDC}" type="pres">
      <dgm:prSet presAssocID="{0BD5EB28-E453-4BF0-BA6A-72B75084525F}" presName="srcNode" presStyleLbl="node1" presStyleIdx="0" presStyleCnt="3"/>
      <dgm:spPr/>
    </dgm:pt>
    <dgm:pt modelId="{D5E60CCD-7E56-4C71-985D-379D3C74646A}" type="pres">
      <dgm:prSet presAssocID="{0BD5EB28-E453-4BF0-BA6A-72B75084525F}" presName="conn" presStyleLbl="parChTrans1D2" presStyleIdx="0" presStyleCnt="1"/>
      <dgm:spPr/>
    </dgm:pt>
    <dgm:pt modelId="{466C327B-0A38-4A9E-A970-7E9902D16021}" type="pres">
      <dgm:prSet presAssocID="{0BD5EB28-E453-4BF0-BA6A-72B75084525F}" presName="extraNode" presStyleLbl="node1" presStyleIdx="0" presStyleCnt="3"/>
      <dgm:spPr/>
    </dgm:pt>
    <dgm:pt modelId="{F12294B4-F9AC-4270-81D5-70DD97C1DD14}" type="pres">
      <dgm:prSet presAssocID="{0BD5EB28-E453-4BF0-BA6A-72B75084525F}" presName="dstNode" presStyleLbl="node1" presStyleIdx="0" presStyleCnt="3"/>
      <dgm:spPr/>
    </dgm:pt>
    <dgm:pt modelId="{FE21FFD3-8136-4CD0-B576-17CE5639CA2C}" type="pres">
      <dgm:prSet presAssocID="{CC99AC33-D90A-4006-9FA4-2E4228084B96}" presName="text_1" presStyleLbl="node1" presStyleIdx="0" presStyleCnt="3">
        <dgm:presLayoutVars>
          <dgm:bulletEnabled val="1"/>
        </dgm:presLayoutVars>
      </dgm:prSet>
      <dgm:spPr/>
    </dgm:pt>
    <dgm:pt modelId="{63315D34-13D7-4710-9D90-F0388117D4C2}" type="pres">
      <dgm:prSet presAssocID="{CC99AC33-D90A-4006-9FA4-2E4228084B96}" presName="accent_1" presStyleCnt="0"/>
      <dgm:spPr/>
    </dgm:pt>
    <dgm:pt modelId="{B52F3465-F712-4837-893B-3EB61C14083B}" type="pres">
      <dgm:prSet presAssocID="{CC99AC33-D90A-4006-9FA4-2E4228084B96}" presName="accentRepeatNode" presStyleLbl="solidFgAcc1" presStyleIdx="0" presStyleCnt="3"/>
      <dgm:spPr/>
    </dgm:pt>
    <dgm:pt modelId="{47E48762-1D7B-463F-BC1D-44DC1DA07D05}" type="pres">
      <dgm:prSet presAssocID="{8DFA2612-D473-4863-8792-DCC4B9C9B664}" presName="text_2" presStyleLbl="node1" presStyleIdx="1" presStyleCnt="3">
        <dgm:presLayoutVars>
          <dgm:bulletEnabled val="1"/>
        </dgm:presLayoutVars>
      </dgm:prSet>
      <dgm:spPr/>
    </dgm:pt>
    <dgm:pt modelId="{2FE386EB-E9E8-4EAA-926D-631789308DCF}" type="pres">
      <dgm:prSet presAssocID="{8DFA2612-D473-4863-8792-DCC4B9C9B664}" presName="accent_2" presStyleCnt="0"/>
      <dgm:spPr/>
    </dgm:pt>
    <dgm:pt modelId="{DF9114E5-6211-47D3-91E4-4B87BCEF6820}" type="pres">
      <dgm:prSet presAssocID="{8DFA2612-D473-4863-8792-DCC4B9C9B664}" presName="accentRepeatNode" presStyleLbl="solidFgAcc1" presStyleIdx="1" presStyleCnt="3"/>
      <dgm:spPr/>
    </dgm:pt>
    <dgm:pt modelId="{2F61AE43-8B24-4C3C-8095-215AEBF232A1}" type="pres">
      <dgm:prSet presAssocID="{F3D6477F-3586-42FE-AA58-CF08C7EA67BB}" presName="text_3" presStyleLbl="node1" presStyleIdx="2" presStyleCnt="3">
        <dgm:presLayoutVars>
          <dgm:bulletEnabled val="1"/>
        </dgm:presLayoutVars>
      </dgm:prSet>
      <dgm:spPr/>
    </dgm:pt>
    <dgm:pt modelId="{D37EC15F-DE62-4DDA-B63F-26968F77D5E6}" type="pres">
      <dgm:prSet presAssocID="{F3D6477F-3586-42FE-AA58-CF08C7EA67BB}" presName="accent_3" presStyleCnt="0"/>
      <dgm:spPr/>
    </dgm:pt>
    <dgm:pt modelId="{5924772D-C767-4147-BB23-02012D46CD9B}" type="pres">
      <dgm:prSet presAssocID="{F3D6477F-3586-42FE-AA58-CF08C7EA67BB}" presName="accentRepeatNode" presStyleLbl="solidFgAcc1" presStyleIdx="2" presStyleCnt="3"/>
      <dgm:spPr/>
    </dgm:pt>
  </dgm:ptLst>
  <dgm:cxnLst>
    <dgm:cxn modelId="{724E220C-C5D0-4070-9BF6-E583A718A297}" srcId="{0BD5EB28-E453-4BF0-BA6A-72B75084525F}" destId="{CC99AC33-D90A-4006-9FA4-2E4228084B96}" srcOrd="0" destOrd="0" parTransId="{2D76516D-984B-40B9-A3A5-98104CFAFF5F}" sibTransId="{7D943079-8319-45C2-ACB2-94B53B262FC9}"/>
    <dgm:cxn modelId="{FF10F71D-08B5-4F57-8543-56D183CEEA5F}" type="presOf" srcId="{0BD5EB28-E453-4BF0-BA6A-72B75084525F}" destId="{D9558615-0D24-457B-B1C7-95254CE64A32}" srcOrd="0" destOrd="0" presId="urn:microsoft.com/office/officeart/2008/layout/VerticalCurvedList"/>
    <dgm:cxn modelId="{8C31DA4D-23D9-4C29-8F54-15A17524231A}" type="presOf" srcId="{CC99AC33-D90A-4006-9FA4-2E4228084B96}" destId="{FE21FFD3-8136-4CD0-B576-17CE5639CA2C}" srcOrd="0" destOrd="0" presId="urn:microsoft.com/office/officeart/2008/layout/VerticalCurvedList"/>
    <dgm:cxn modelId="{A7A87759-2104-475B-ACDC-4077E0A98041}" type="presOf" srcId="{7D943079-8319-45C2-ACB2-94B53B262FC9}" destId="{D5E60CCD-7E56-4C71-985D-379D3C74646A}" srcOrd="0" destOrd="0" presId="urn:microsoft.com/office/officeart/2008/layout/VerticalCurvedList"/>
    <dgm:cxn modelId="{05779A95-4F57-4007-ADF7-651430AC7ED2}" type="presOf" srcId="{F3D6477F-3586-42FE-AA58-CF08C7EA67BB}" destId="{2F61AE43-8B24-4C3C-8095-215AEBF232A1}" srcOrd="0" destOrd="0" presId="urn:microsoft.com/office/officeart/2008/layout/VerticalCurvedList"/>
    <dgm:cxn modelId="{2EE619BB-1BAE-451E-A8A8-B2F9C6340291}" type="presOf" srcId="{8DFA2612-D473-4863-8792-DCC4B9C9B664}" destId="{47E48762-1D7B-463F-BC1D-44DC1DA07D05}" srcOrd="0" destOrd="0" presId="urn:microsoft.com/office/officeart/2008/layout/VerticalCurvedList"/>
    <dgm:cxn modelId="{CC56C7DD-FF6C-4625-B562-90FF0EEEF9F5}" srcId="{0BD5EB28-E453-4BF0-BA6A-72B75084525F}" destId="{F3D6477F-3586-42FE-AA58-CF08C7EA67BB}" srcOrd="2" destOrd="0" parTransId="{07C8C377-9679-48D7-8A0C-E42DCEE29E86}" sibTransId="{3752C70D-1251-4A91-A90C-EE800F0CF5FA}"/>
    <dgm:cxn modelId="{8A74F5F3-7CF7-4443-B949-BCE05FB5A93B}" srcId="{0BD5EB28-E453-4BF0-BA6A-72B75084525F}" destId="{8DFA2612-D473-4863-8792-DCC4B9C9B664}" srcOrd="1" destOrd="0" parTransId="{14AE4A4B-2CA4-4351-8D22-7210BEFC3073}" sibTransId="{BCDF3442-8BFE-4402-87F6-B4B6CFD8E6F0}"/>
    <dgm:cxn modelId="{6FE89E7C-184E-4EAA-98EF-BE8A8F2400FA}" type="presParOf" srcId="{D9558615-0D24-457B-B1C7-95254CE64A32}" destId="{3C56C709-37BE-47B8-A500-E565FEC3F122}" srcOrd="0" destOrd="0" presId="urn:microsoft.com/office/officeart/2008/layout/VerticalCurvedList"/>
    <dgm:cxn modelId="{8DE7D1A5-AF8B-4D3E-9896-91BB26B456D4}" type="presParOf" srcId="{3C56C709-37BE-47B8-A500-E565FEC3F122}" destId="{AEF7B833-6C88-4A2B-8556-7ED96BA5CA24}" srcOrd="0" destOrd="0" presId="urn:microsoft.com/office/officeart/2008/layout/VerticalCurvedList"/>
    <dgm:cxn modelId="{58A47D76-B247-403B-B6DA-2352ACD23F44}" type="presParOf" srcId="{AEF7B833-6C88-4A2B-8556-7ED96BA5CA24}" destId="{E3E19B0A-7607-4D25-82C6-8C922DA56CDC}" srcOrd="0" destOrd="0" presId="urn:microsoft.com/office/officeart/2008/layout/VerticalCurvedList"/>
    <dgm:cxn modelId="{3FF32687-7D3C-4557-9884-612425C69900}" type="presParOf" srcId="{AEF7B833-6C88-4A2B-8556-7ED96BA5CA24}" destId="{D5E60CCD-7E56-4C71-985D-379D3C74646A}" srcOrd="1" destOrd="0" presId="urn:microsoft.com/office/officeart/2008/layout/VerticalCurvedList"/>
    <dgm:cxn modelId="{2C566700-5547-499E-85AE-D6AE01592C07}" type="presParOf" srcId="{AEF7B833-6C88-4A2B-8556-7ED96BA5CA24}" destId="{466C327B-0A38-4A9E-A970-7E9902D16021}" srcOrd="2" destOrd="0" presId="urn:microsoft.com/office/officeart/2008/layout/VerticalCurvedList"/>
    <dgm:cxn modelId="{D4E15F81-E6B3-4157-A6CB-0DE94F6110C0}" type="presParOf" srcId="{AEF7B833-6C88-4A2B-8556-7ED96BA5CA24}" destId="{F12294B4-F9AC-4270-81D5-70DD97C1DD14}" srcOrd="3" destOrd="0" presId="urn:microsoft.com/office/officeart/2008/layout/VerticalCurvedList"/>
    <dgm:cxn modelId="{A9C3FCC9-BCC5-4696-B9DB-A6E3D51E00B2}" type="presParOf" srcId="{3C56C709-37BE-47B8-A500-E565FEC3F122}" destId="{FE21FFD3-8136-4CD0-B576-17CE5639CA2C}" srcOrd="1" destOrd="0" presId="urn:microsoft.com/office/officeart/2008/layout/VerticalCurvedList"/>
    <dgm:cxn modelId="{C717A766-77F5-48B3-B9F5-7FA9C2D4A6D3}" type="presParOf" srcId="{3C56C709-37BE-47B8-A500-E565FEC3F122}" destId="{63315D34-13D7-4710-9D90-F0388117D4C2}" srcOrd="2" destOrd="0" presId="urn:microsoft.com/office/officeart/2008/layout/VerticalCurvedList"/>
    <dgm:cxn modelId="{09EB466F-8345-47E5-B8C4-49049342A2BA}" type="presParOf" srcId="{63315D34-13D7-4710-9D90-F0388117D4C2}" destId="{B52F3465-F712-4837-893B-3EB61C14083B}" srcOrd="0" destOrd="0" presId="urn:microsoft.com/office/officeart/2008/layout/VerticalCurvedList"/>
    <dgm:cxn modelId="{CC41AC53-7FE7-4084-9F37-8F712E366C9C}" type="presParOf" srcId="{3C56C709-37BE-47B8-A500-E565FEC3F122}" destId="{47E48762-1D7B-463F-BC1D-44DC1DA07D05}" srcOrd="3" destOrd="0" presId="urn:microsoft.com/office/officeart/2008/layout/VerticalCurvedList"/>
    <dgm:cxn modelId="{E249B0F1-6D18-4D9F-B2A3-BC227DC1EBEE}" type="presParOf" srcId="{3C56C709-37BE-47B8-A500-E565FEC3F122}" destId="{2FE386EB-E9E8-4EAA-926D-631789308DCF}" srcOrd="4" destOrd="0" presId="urn:microsoft.com/office/officeart/2008/layout/VerticalCurvedList"/>
    <dgm:cxn modelId="{78AA8D85-ADBA-452F-922E-69044A376399}" type="presParOf" srcId="{2FE386EB-E9E8-4EAA-926D-631789308DCF}" destId="{DF9114E5-6211-47D3-91E4-4B87BCEF6820}" srcOrd="0" destOrd="0" presId="urn:microsoft.com/office/officeart/2008/layout/VerticalCurvedList"/>
    <dgm:cxn modelId="{D73E441B-F97E-44B8-A36D-FE72D46E1992}" type="presParOf" srcId="{3C56C709-37BE-47B8-A500-E565FEC3F122}" destId="{2F61AE43-8B24-4C3C-8095-215AEBF232A1}" srcOrd="5" destOrd="0" presId="urn:microsoft.com/office/officeart/2008/layout/VerticalCurvedList"/>
    <dgm:cxn modelId="{B14FE5B3-BF60-42D3-A34A-2F7831A677D0}" type="presParOf" srcId="{3C56C709-37BE-47B8-A500-E565FEC3F122}" destId="{D37EC15F-DE62-4DDA-B63F-26968F77D5E6}" srcOrd="6" destOrd="0" presId="urn:microsoft.com/office/officeart/2008/layout/VerticalCurvedList"/>
    <dgm:cxn modelId="{A6FA6FE9-2223-48B0-9665-819B77EE7AD2}" type="presParOf" srcId="{D37EC15F-DE62-4DDA-B63F-26968F77D5E6}" destId="{5924772D-C767-4147-BB23-02012D46CD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DF761-C9C5-4E84-851E-B162A8AA398C}">
      <dsp:nvSpPr>
        <dsp:cNvPr id="0" name=""/>
        <dsp:cNvSpPr/>
      </dsp:nvSpPr>
      <dsp:spPr>
        <a:xfrm>
          <a:off x="2687899" y="1762119"/>
          <a:ext cx="6845507" cy="1837044"/>
        </a:xfrm>
        <a:prstGeom prst="roundRect">
          <a:avLst/>
        </a:prstGeom>
        <a:gradFill rotWithShape="1">
          <a:gsLst>
            <a:gs pos="0">
              <a:schemeClr val="accent6"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6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>
              <a:solidFill>
                <a:srgbClr val="FF0000"/>
              </a:solidFill>
            </a:rPr>
            <a:t>از</a:t>
          </a:r>
          <a:r>
            <a:rPr lang="ar-SA" sz="2200" kern="1200" dirty="0">
              <a:solidFill>
                <a:srgbClr val="FF0000"/>
              </a:solidFill>
            </a:rPr>
            <a:t>مهم‌ترین زیرشاخه‌های مدرن یادگیری ماشین</a:t>
          </a:r>
          <a:endParaRPr lang="fa-IR" sz="2200" kern="1200" dirty="0">
            <a:solidFill>
              <a:srgbClr val="FF0000"/>
            </a:solidFill>
          </a:endParaRP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a-IR" sz="2200" kern="1200" dirty="0">
            <a:solidFill>
              <a:srgbClr val="FF0000"/>
            </a:solidFill>
          </a:endParaRP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b="0" i="0" kern="1200" dirty="0"/>
            <a:t>الهام گرفته از ساختار مغز انسان</a:t>
          </a:r>
          <a:endParaRPr lang="en-GB" sz="2200" kern="1200" dirty="0">
            <a:solidFill>
              <a:srgbClr val="FF0000"/>
            </a:solidFill>
          </a:endParaRPr>
        </a:p>
      </dsp:txBody>
      <dsp:txXfrm>
        <a:off x="2777576" y="1851796"/>
        <a:ext cx="6666153" cy="1657690"/>
      </dsp:txXfrm>
    </dsp:sp>
    <dsp:sp modelId="{0F980086-DC4E-4166-AA02-1E1037316408}">
      <dsp:nvSpPr>
        <dsp:cNvPr id="0" name=""/>
        <dsp:cNvSpPr/>
      </dsp:nvSpPr>
      <dsp:spPr>
        <a:xfrm rot="16132787">
          <a:off x="5920971" y="1593722"/>
          <a:ext cx="33685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6856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1D547-E3BC-4C0C-93BB-5021FDB77AF0}">
      <dsp:nvSpPr>
        <dsp:cNvPr id="0" name=""/>
        <dsp:cNvSpPr/>
      </dsp:nvSpPr>
      <dsp:spPr>
        <a:xfrm>
          <a:off x="4540077" y="194506"/>
          <a:ext cx="3067990" cy="1230819"/>
        </a:xfrm>
        <a:prstGeom prst="roundRect">
          <a:avLst/>
        </a:prstGeom>
        <a:gradFill rotWithShape="1">
          <a:gsLst>
            <a:gs pos="0">
              <a:schemeClr val="accent6"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6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b="1" kern="1200" dirty="0"/>
            <a:t>یادگیری عمیق:</a:t>
          </a:r>
          <a:endParaRPr lang="en-GB" sz="2400" b="1" kern="1200" dirty="0"/>
        </a:p>
      </dsp:txBody>
      <dsp:txXfrm>
        <a:off x="4600161" y="254590"/>
        <a:ext cx="2947822" cy="1110651"/>
      </dsp:txXfrm>
    </dsp:sp>
    <dsp:sp modelId="{B033044E-8CD4-4612-9F6D-5A058DE8D6CD}">
      <dsp:nvSpPr>
        <dsp:cNvPr id="0" name=""/>
        <dsp:cNvSpPr/>
      </dsp:nvSpPr>
      <dsp:spPr>
        <a:xfrm rot="2527203">
          <a:off x="7000033" y="3927557"/>
          <a:ext cx="9792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276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6BB23-ECA5-40CB-9A46-883BC36E0ACC}">
      <dsp:nvSpPr>
        <dsp:cNvPr id="0" name=""/>
        <dsp:cNvSpPr/>
      </dsp:nvSpPr>
      <dsp:spPr>
        <a:xfrm>
          <a:off x="7135377" y="4255951"/>
          <a:ext cx="2796176" cy="1230819"/>
        </a:xfrm>
        <a:prstGeom prst="roundRect">
          <a:avLst/>
        </a:prstGeom>
        <a:gradFill rotWithShape="1">
          <a:gsLst>
            <a:gs pos="0">
              <a:schemeClr val="accent6"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6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1" i="0" kern="1200" dirty="0"/>
            <a:t>فهم بهتر</a:t>
          </a:r>
          <a:r>
            <a:rPr lang="ar-SA" sz="2500" b="0" i="0" kern="1200" dirty="0"/>
            <a:t> مباحث یادگیری عمیق</a:t>
          </a:r>
          <a:endParaRPr lang="en-GB" sz="2500" kern="1200" dirty="0"/>
        </a:p>
      </dsp:txBody>
      <dsp:txXfrm>
        <a:off x="7195461" y="4316035"/>
        <a:ext cx="2676008" cy="1110651"/>
      </dsp:txXfrm>
    </dsp:sp>
    <dsp:sp modelId="{CA7E67A7-8F84-4683-8C68-5F87D89F2462}">
      <dsp:nvSpPr>
        <dsp:cNvPr id="0" name=""/>
        <dsp:cNvSpPr/>
      </dsp:nvSpPr>
      <dsp:spPr>
        <a:xfrm rot="8308821">
          <a:off x="4216726" y="3923808"/>
          <a:ext cx="97950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503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BB1166-3C37-4D55-80B5-1D690FF0BC45}">
      <dsp:nvSpPr>
        <dsp:cNvPr id="0" name=""/>
        <dsp:cNvSpPr/>
      </dsp:nvSpPr>
      <dsp:spPr>
        <a:xfrm>
          <a:off x="2290438" y="4248454"/>
          <a:ext cx="2708468" cy="1230819"/>
        </a:xfrm>
        <a:prstGeom prst="roundRect">
          <a:avLst/>
        </a:prstGeom>
        <a:gradFill rotWithShape="1">
          <a:gsLst>
            <a:gs pos="0">
              <a:schemeClr val="accent6"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6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/>
            <a:t>داده‌ها</a:t>
          </a:r>
          <a:r>
            <a:rPr lang="ar-SA" sz="2400" b="0" i="0" kern="1200" dirty="0"/>
            <a:t> کم</a:t>
          </a:r>
          <a:br>
            <a:rPr lang="fa-IR" sz="2400" b="0" i="0" kern="1200" dirty="0"/>
          </a:br>
          <a:r>
            <a:rPr lang="fa-IR" sz="2400" b="0" i="0" kern="1200" dirty="0"/>
            <a:t>یا</a:t>
          </a:r>
          <a:br>
            <a:rPr lang="fa-IR" sz="2400" b="0" i="0" kern="1200" dirty="0"/>
          </a:br>
          <a:r>
            <a:rPr lang="ar-SA" sz="2400" b="0" i="0" kern="1200" dirty="0"/>
            <a:t>منابع </a:t>
          </a:r>
          <a:r>
            <a:rPr lang="ar-SA" sz="2400" b="1" i="0" kern="1200" dirty="0"/>
            <a:t>محاسباتی</a:t>
          </a:r>
          <a:r>
            <a:rPr lang="ar-SA" sz="2400" b="0" i="0" kern="1200" dirty="0"/>
            <a:t> کافی</a:t>
          </a:r>
          <a:endParaRPr lang="en-GB" sz="2400" kern="1200" dirty="0"/>
        </a:p>
      </dsp:txBody>
      <dsp:txXfrm>
        <a:off x="2350522" y="4308538"/>
        <a:ext cx="2588300" cy="1110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2AC93-2824-44F9-B690-2075FEF10484}">
      <dsp:nvSpPr>
        <dsp:cNvPr id="0" name=""/>
        <dsp:cNvSpPr/>
      </dsp:nvSpPr>
      <dsp:spPr>
        <a:xfrm>
          <a:off x="4234691" y="1496039"/>
          <a:ext cx="1247544" cy="896417"/>
        </a:xfrm>
        <a:custGeom>
          <a:avLst/>
          <a:gdLst/>
          <a:ahLst/>
          <a:cxnLst/>
          <a:rect l="0" t="0" r="0" b="0"/>
          <a:pathLst>
            <a:path>
              <a:moveTo>
                <a:pt x="1247544" y="0"/>
              </a:moveTo>
              <a:lnTo>
                <a:pt x="1247544" y="896417"/>
              </a:lnTo>
              <a:lnTo>
                <a:pt x="0" y="89641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7D6D3A-B622-4954-A5FC-E987288EA825}">
      <dsp:nvSpPr>
        <dsp:cNvPr id="0" name=""/>
        <dsp:cNvSpPr/>
      </dsp:nvSpPr>
      <dsp:spPr>
        <a:xfrm>
          <a:off x="5482236" y="1496039"/>
          <a:ext cx="3615552" cy="2749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8"/>
              </a:lnTo>
              <a:lnTo>
                <a:pt x="3615552" y="2435268"/>
              </a:lnTo>
              <a:lnTo>
                <a:pt x="3615552" y="27490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7A11F-C918-497C-B8A5-8C5A24EF2D44}">
      <dsp:nvSpPr>
        <dsp:cNvPr id="0" name=""/>
        <dsp:cNvSpPr/>
      </dsp:nvSpPr>
      <dsp:spPr>
        <a:xfrm>
          <a:off x="5436516" y="1496039"/>
          <a:ext cx="91440" cy="27490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90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89021A-9EFB-447A-B15B-AFADEE245236}">
      <dsp:nvSpPr>
        <dsp:cNvPr id="0" name=""/>
        <dsp:cNvSpPr/>
      </dsp:nvSpPr>
      <dsp:spPr>
        <a:xfrm>
          <a:off x="1866683" y="1496039"/>
          <a:ext cx="3615552" cy="2749014"/>
        </a:xfrm>
        <a:custGeom>
          <a:avLst/>
          <a:gdLst/>
          <a:ahLst/>
          <a:cxnLst/>
          <a:rect l="0" t="0" r="0" b="0"/>
          <a:pathLst>
            <a:path>
              <a:moveTo>
                <a:pt x="3615552" y="0"/>
              </a:moveTo>
              <a:lnTo>
                <a:pt x="3615552" y="2435268"/>
              </a:lnTo>
              <a:lnTo>
                <a:pt x="0" y="2435268"/>
              </a:lnTo>
              <a:lnTo>
                <a:pt x="0" y="27490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0BCAE7-BBF7-4544-90B6-5FB87D91AA0B}">
      <dsp:nvSpPr>
        <dsp:cNvPr id="0" name=""/>
        <dsp:cNvSpPr/>
      </dsp:nvSpPr>
      <dsp:spPr>
        <a:xfrm>
          <a:off x="4735221" y="2009"/>
          <a:ext cx="1494029" cy="1494029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B7EE38-4DEA-4F04-9677-31B0A3E73E40}">
      <dsp:nvSpPr>
        <dsp:cNvPr id="0" name=""/>
        <dsp:cNvSpPr/>
      </dsp:nvSpPr>
      <dsp:spPr>
        <a:xfrm>
          <a:off x="4735221" y="2009"/>
          <a:ext cx="1494029" cy="1494029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6267E6-21B1-474D-AB65-0BDDA0269CA5}">
      <dsp:nvSpPr>
        <dsp:cNvPr id="0" name=""/>
        <dsp:cNvSpPr/>
      </dsp:nvSpPr>
      <dsp:spPr>
        <a:xfrm>
          <a:off x="3988206" y="270934"/>
          <a:ext cx="2988059" cy="95617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انواع یادگیری ماشین</a:t>
          </a:r>
          <a:endParaRPr lang="en-GB" sz="2200" kern="1200" dirty="0"/>
        </a:p>
      </dsp:txBody>
      <dsp:txXfrm>
        <a:off x="3988206" y="270934"/>
        <a:ext cx="2988059" cy="956179"/>
      </dsp:txXfrm>
    </dsp:sp>
    <dsp:sp modelId="{69BF9C42-D2BC-444C-B7CF-77FEE6212612}">
      <dsp:nvSpPr>
        <dsp:cNvPr id="0" name=""/>
        <dsp:cNvSpPr/>
      </dsp:nvSpPr>
      <dsp:spPr>
        <a:xfrm>
          <a:off x="1119669" y="4245053"/>
          <a:ext cx="1494029" cy="1494029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CADA3-E170-4E67-AB98-D7D5A2957337}">
      <dsp:nvSpPr>
        <dsp:cNvPr id="0" name=""/>
        <dsp:cNvSpPr/>
      </dsp:nvSpPr>
      <dsp:spPr>
        <a:xfrm>
          <a:off x="1119669" y="4245053"/>
          <a:ext cx="1494029" cy="1494029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3EA10-76C7-4B27-A35D-27B0C98B59F6}">
      <dsp:nvSpPr>
        <dsp:cNvPr id="0" name=""/>
        <dsp:cNvSpPr/>
      </dsp:nvSpPr>
      <dsp:spPr>
        <a:xfrm>
          <a:off x="372654" y="4513979"/>
          <a:ext cx="2988059" cy="95617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kern="1200" dirty="0"/>
            <a:t>یادگیری تقویتی</a:t>
          </a:r>
          <a:endParaRPr lang="fa-IR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(Reinforcement Learning)</a:t>
          </a:r>
        </a:p>
      </dsp:txBody>
      <dsp:txXfrm>
        <a:off x="372654" y="4513979"/>
        <a:ext cx="2988059" cy="956179"/>
      </dsp:txXfrm>
    </dsp:sp>
    <dsp:sp modelId="{ADD13473-86CC-4F75-BB44-5EEFDC7CBE14}">
      <dsp:nvSpPr>
        <dsp:cNvPr id="0" name=""/>
        <dsp:cNvSpPr/>
      </dsp:nvSpPr>
      <dsp:spPr>
        <a:xfrm>
          <a:off x="4735221" y="4245053"/>
          <a:ext cx="1494029" cy="1494029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D38582-E497-40B9-B685-BC29D278F8FD}">
      <dsp:nvSpPr>
        <dsp:cNvPr id="0" name=""/>
        <dsp:cNvSpPr/>
      </dsp:nvSpPr>
      <dsp:spPr>
        <a:xfrm>
          <a:off x="4735221" y="4245053"/>
          <a:ext cx="1494029" cy="1494029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BDD0FC-7B82-4B52-A20B-702F7A5BE4DB}">
      <dsp:nvSpPr>
        <dsp:cNvPr id="0" name=""/>
        <dsp:cNvSpPr/>
      </dsp:nvSpPr>
      <dsp:spPr>
        <a:xfrm>
          <a:off x="3988206" y="4513979"/>
          <a:ext cx="2988059" cy="95617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kern="1200" dirty="0"/>
            <a:t>یادگیری بدون نظارت</a:t>
          </a:r>
          <a:endParaRPr lang="fa-IR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(Unsupervised Learning)</a:t>
          </a:r>
        </a:p>
      </dsp:txBody>
      <dsp:txXfrm>
        <a:off x="3988206" y="4513979"/>
        <a:ext cx="2988059" cy="956179"/>
      </dsp:txXfrm>
    </dsp:sp>
    <dsp:sp modelId="{4A0D0AEB-8AC8-4B3A-81DF-65B1A9233999}">
      <dsp:nvSpPr>
        <dsp:cNvPr id="0" name=""/>
        <dsp:cNvSpPr/>
      </dsp:nvSpPr>
      <dsp:spPr>
        <a:xfrm>
          <a:off x="8350773" y="4245053"/>
          <a:ext cx="1494029" cy="1494029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CD9DD6-FAC6-4F55-9B0F-6C054E72644E}">
      <dsp:nvSpPr>
        <dsp:cNvPr id="0" name=""/>
        <dsp:cNvSpPr/>
      </dsp:nvSpPr>
      <dsp:spPr>
        <a:xfrm>
          <a:off x="8350773" y="4245053"/>
          <a:ext cx="1494029" cy="1494029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EE70E5-2646-431A-B65B-D5D023DE6EC8}">
      <dsp:nvSpPr>
        <dsp:cNvPr id="0" name=""/>
        <dsp:cNvSpPr/>
      </dsp:nvSpPr>
      <dsp:spPr>
        <a:xfrm>
          <a:off x="7603758" y="4513979"/>
          <a:ext cx="2988059" cy="95617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kern="1200" dirty="0"/>
            <a:t>یادگیری نظارت‌شده</a:t>
          </a:r>
          <a:endParaRPr lang="en-US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(Supervised Learning)</a:t>
          </a:r>
        </a:p>
      </dsp:txBody>
      <dsp:txXfrm>
        <a:off x="7603758" y="4513979"/>
        <a:ext cx="2988059" cy="956179"/>
      </dsp:txXfrm>
    </dsp:sp>
    <dsp:sp modelId="{DBF0DBC3-8760-4BA1-B938-62FA4559144C}">
      <dsp:nvSpPr>
        <dsp:cNvPr id="0" name=""/>
        <dsp:cNvSpPr/>
      </dsp:nvSpPr>
      <dsp:spPr>
        <a:xfrm>
          <a:off x="2919945" y="2123531"/>
          <a:ext cx="1494029" cy="1494029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662B24-9EBA-4637-8A9D-0D3107F546F9}">
      <dsp:nvSpPr>
        <dsp:cNvPr id="0" name=""/>
        <dsp:cNvSpPr/>
      </dsp:nvSpPr>
      <dsp:spPr>
        <a:xfrm>
          <a:off x="2919945" y="2123531"/>
          <a:ext cx="1494029" cy="1494029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FA83A1-36FC-4FAA-B1C9-807709B08AF9}">
      <dsp:nvSpPr>
        <dsp:cNvPr id="0" name=""/>
        <dsp:cNvSpPr/>
      </dsp:nvSpPr>
      <dsp:spPr>
        <a:xfrm>
          <a:off x="2172930" y="2392456"/>
          <a:ext cx="2988059" cy="95617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شامل سه روش کلی</a:t>
          </a:r>
          <a:endParaRPr lang="en-GB" sz="2200" kern="1200" dirty="0"/>
        </a:p>
      </dsp:txBody>
      <dsp:txXfrm>
        <a:off x="2172930" y="2392456"/>
        <a:ext cx="2988059" cy="956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25A52-D6F5-4A55-BA11-4D28A89B1DB1}">
      <dsp:nvSpPr>
        <dsp:cNvPr id="0" name=""/>
        <dsp:cNvSpPr/>
      </dsp:nvSpPr>
      <dsp:spPr>
        <a:xfrm>
          <a:off x="4318705" y="2788170"/>
          <a:ext cx="862813" cy="1855048"/>
        </a:xfrm>
        <a:custGeom>
          <a:avLst/>
          <a:gdLst/>
          <a:ahLst/>
          <a:cxnLst/>
          <a:rect l="0" t="0" r="0" b="0"/>
          <a:pathLst>
            <a:path>
              <a:moveTo>
                <a:pt x="862813" y="0"/>
              </a:moveTo>
              <a:lnTo>
                <a:pt x="431406" y="0"/>
              </a:lnTo>
              <a:lnTo>
                <a:pt x="431406" y="1855048"/>
              </a:lnTo>
              <a:lnTo>
                <a:pt x="0" y="1855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E349F-DDC9-4B9E-A248-CFD6D803F4F1}">
      <dsp:nvSpPr>
        <dsp:cNvPr id="0" name=""/>
        <dsp:cNvSpPr/>
      </dsp:nvSpPr>
      <dsp:spPr>
        <a:xfrm>
          <a:off x="4318705" y="2742450"/>
          <a:ext cx="862813" cy="91440"/>
        </a:xfrm>
        <a:custGeom>
          <a:avLst/>
          <a:gdLst/>
          <a:ahLst/>
          <a:cxnLst/>
          <a:rect l="0" t="0" r="0" b="0"/>
          <a:pathLst>
            <a:path>
              <a:moveTo>
                <a:pt x="862813" y="45720"/>
              </a:moveTo>
              <a:lnTo>
                <a:pt x="0" y="4572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3AF75-2E7F-484B-AB5E-BF1CD5147236}">
      <dsp:nvSpPr>
        <dsp:cNvPr id="0" name=""/>
        <dsp:cNvSpPr/>
      </dsp:nvSpPr>
      <dsp:spPr>
        <a:xfrm>
          <a:off x="4318705" y="933121"/>
          <a:ext cx="862813" cy="1855048"/>
        </a:xfrm>
        <a:custGeom>
          <a:avLst/>
          <a:gdLst/>
          <a:ahLst/>
          <a:cxnLst/>
          <a:rect l="0" t="0" r="0" b="0"/>
          <a:pathLst>
            <a:path>
              <a:moveTo>
                <a:pt x="862813" y="1855048"/>
              </a:moveTo>
              <a:lnTo>
                <a:pt x="431406" y="1855048"/>
              </a:lnTo>
              <a:lnTo>
                <a:pt x="431406" y="0"/>
              </a:lnTo>
              <a:lnTo>
                <a:pt x="0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71941-A850-4291-A370-4C9EDBC6EF59}">
      <dsp:nvSpPr>
        <dsp:cNvPr id="0" name=""/>
        <dsp:cNvSpPr/>
      </dsp:nvSpPr>
      <dsp:spPr>
        <a:xfrm>
          <a:off x="5181519" y="2130275"/>
          <a:ext cx="4314067" cy="1315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6500" kern="1200" dirty="0"/>
            <a:t>مراحل اصلی </a:t>
          </a:r>
          <a:endParaRPr lang="en-GB" sz="6500" kern="1200" dirty="0"/>
        </a:p>
      </dsp:txBody>
      <dsp:txXfrm>
        <a:off x="5181519" y="2130275"/>
        <a:ext cx="4314067" cy="1315790"/>
      </dsp:txXfrm>
    </dsp:sp>
    <dsp:sp modelId="{8EBE4426-3CED-4377-AB2F-A7CFD89C64D6}">
      <dsp:nvSpPr>
        <dsp:cNvPr id="0" name=""/>
        <dsp:cNvSpPr/>
      </dsp:nvSpPr>
      <dsp:spPr>
        <a:xfrm>
          <a:off x="4638" y="275226"/>
          <a:ext cx="4314067" cy="1315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000" kern="1200" dirty="0"/>
            <a:t>داده‌های آموزشی </a:t>
          </a:r>
          <a:r>
            <a:rPr lang="en-US" sz="3000" kern="1200" dirty="0"/>
            <a:t>(</a:t>
          </a:r>
          <a:r>
            <a:rPr lang="en-GB" sz="3000" kern="1200" dirty="0"/>
            <a:t>Train Data</a:t>
          </a:r>
          <a:r>
            <a:rPr lang="en-US" sz="3000" kern="1200" dirty="0"/>
            <a:t>)</a:t>
          </a:r>
          <a:endParaRPr lang="en-GB" sz="3000" kern="1200" dirty="0"/>
        </a:p>
      </dsp:txBody>
      <dsp:txXfrm>
        <a:off x="4638" y="275226"/>
        <a:ext cx="4314067" cy="1315790"/>
      </dsp:txXfrm>
    </dsp:sp>
    <dsp:sp modelId="{B5BFBC9D-47B6-4531-BA5C-47D6DFC4AEBE}">
      <dsp:nvSpPr>
        <dsp:cNvPr id="0" name=""/>
        <dsp:cNvSpPr/>
      </dsp:nvSpPr>
      <dsp:spPr>
        <a:xfrm>
          <a:off x="4638" y="2130275"/>
          <a:ext cx="4314067" cy="1315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300" b="0" i="0" kern="1200" dirty="0"/>
            <a:t>فرآیند یادگیری</a:t>
          </a:r>
          <a:endParaRPr lang="en-GB" sz="3300" kern="1200" dirty="0"/>
        </a:p>
      </dsp:txBody>
      <dsp:txXfrm>
        <a:off x="4638" y="2130275"/>
        <a:ext cx="4314067" cy="1315790"/>
      </dsp:txXfrm>
    </dsp:sp>
    <dsp:sp modelId="{57FA9884-4BD4-4A52-A7E2-EAFBDB6EDDA0}">
      <dsp:nvSpPr>
        <dsp:cNvPr id="0" name=""/>
        <dsp:cNvSpPr/>
      </dsp:nvSpPr>
      <dsp:spPr>
        <a:xfrm>
          <a:off x="4638" y="3985324"/>
          <a:ext cx="4314067" cy="1315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300" b="0" i="0" kern="1200" dirty="0"/>
            <a:t>ارزیابی مدل</a:t>
          </a:r>
          <a:endParaRPr lang="en-GB" sz="3300" kern="1200" dirty="0"/>
        </a:p>
      </dsp:txBody>
      <dsp:txXfrm>
        <a:off x="4638" y="3985324"/>
        <a:ext cx="4314067" cy="13157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14CE-F0F0-4866-BAF1-3EE249A8E0AA}">
      <dsp:nvSpPr>
        <dsp:cNvPr id="0" name=""/>
        <dsp:cNvSpPr/>
      </dsp:nvSpPr>
      <dsp:spPr>
        <a:xfrm>
          <a:off x="5334823" y="1858171"/>
          <a:ext cx="4219277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000" b="0" i="0" kern="1200" dirty="0"/>
            <a:t>انواع الگوریتم‌های یادگیری نظارت شده</a:t>
          </a:r>
          <a:endParaRPr lang="en-GB" sz="3000" kern="1200" dirty="0"/>
        </a:p>
      </dsp:txBody>
      <dsp:txXfrm>
        <a:off x="5390614" y="1913962"/>
        <a:ext cx="4107695" cy="1793249"/>
      </dsp:txXfrm>
    </dsp:sp>
    <dsp:sp modelId="{2FEC34BE-1BC6-4F77-9F3F-B55C4D62B030}">
      <dsp:nvSpPr>
        <dsp:cNvPr id="0" name=""/>
        <dsp:cNvSpPr/>
      </dsp:nvSpPr>
      <dsp:spPr>
        <a:xfrm rot="12942401">
          <a:off x="3634567" y="2232449"/>
          <a:ext cx="1876645" cy="60996"/>
        </a:xfrm>
        <a:custGeom>
          <a:avLst/>
          <a:gdLst/>
          <a:ahLst/>
          <a:cxnLst/>
          <a:rect l="0" t="0" r="0" b="0"/>
          <a:pathLst>
            <a:path>
              <a:moveTo>
                <a:pt x="0" y="30498"/>
              </a:moveTo>
              <a:lnTo>
                <a:pt x="1876645" y="304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 dirty="0"/>
        </a:p>
      </dsp:txBody>
      <dsp:txXfrm rot="10800000">
        <a:off x="4525974" y="2216031"/>
        <a:ext cx="93832" cy="93832"/>
      </dsp:txXfrm>
    </dsp:sp>
    <dsp:sp modelId="{A16F800D-5C6F-4C28-AB75-796DE05CF73F}">
      <dsp:nvSpPr>
        <dsp:cNvPr id="0" name=""/>
        <dsp:cNvSpPr/>
      </dsp:nvSpPr>
      <dsp:spPr>
        <a:xfrm>
          <a:off x="1295" y="762893"/>
          <a:ext cx="3809662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0" i="0" kern="1200" dirty="0"/>
            <a:t>رگرسیون </a:t>
          </a:r>
          <a:r>
            <a:rPr lang="en-US" sz="2800" b="0" i="0" kern="1200" dirty="0"/>
            <a:t>(</a:t>
          </a:r>
          <a:r>
            <a:rPr lang="en-GB" sz="2800" b="0" i="0" kern="1200" dirty="0"/>
            <a:t>Regression)</a:t>
          </a:r>
          <a:endParaRPr lang="en-GB" sz="2800" kern="1200" dirty="0"/>
        </a:p>
      </dsp:txBody>
      <dsp:txXfrm>
        <a:off x="57086" y="818684"/>
        <a:ext cx="3698080" cy="1793249"/>
      </dsp:txXfrm>
    </dsp:sp>
    <dsp:sp modelId="{AA55B43B-E1D2-4DA8-A2E3-B0E28774C62B}">
      <dsp:nvSpPr>
        <dsp:cNvPr id="0" name=""/>
        <dsp:cNvSpPr/>
      </dsp:nvSpPr>
      <dsp:spPr>
        <a:xfrm rot="8657599">
          <a:off x="3634567" y="3327727"/>
          <a:ext cx="1876645" cy="60996"/>
        </a:xfrm>
        <a:custGeom>
          <a:avLst/>
          <a:gdLst/>
          <a:ahLst/>
          <a:cxnLst/>
          <a:rect l="0" t="0" r="0" b="0"/>
          <a:pathLst>
            <a:path>
              <a:moveTo>
                <a:pt x="0" y="30498"/>
              </a:moveTo>
              <a:lnTo>
                <a:pt x="1876645" y="304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 dirty="0"/>
        </a:p>
      </dsp:txBody>
      <dsp:txXfrm rot="10800000">
        <a:off x="4525974" y="3311309"/>
        <a:ext cx="93832" cy="93832"/>
      </dsp:txXfrm>
    </dsp:sp>
    <dsp:sp modelId="{F07622D8-A5F2-4141-B520-DF3B14F45BAB}">
      <dsp:nvSpPr>
        <dsp:cNvPr id="0" name=""/>
        <dsp:cNvSpPr/>
      </dsp:nvSpPr>
      <dsp:spPr>
        <a:xfrm>
          <a:off x="1295" y="2953449"/>
          <a:ext cx="3809662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0" i="0" kern="1200" dirty="0"/>
            <a:t>طبقه‌بندی</a:t>
          </a:r>
          <a:r>
            <a:rPr lang="en-US" sz="2800" b="0" i="0" kern="1200" dirty="0"/>
            <a:t> (</a:t>
          </a:r>
          <a:r>
            <a:rPr lang="en-GB" sz="2800" b="0" i="0" kern="1200" dirty="0"/>
            <a:t>Classification)</a:t>
          </a:r>
          <a:endParaRPr lang="en-GB" sz="2800" kern="1200" dirty="0"/>
        </a:p>
      </dsp:txBody>
      <dsp:txXfrm>
        <a:off x="57086" y="3009240"/>
        <a:ext cx="3698080" cy="1793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14CE-F0F0-4866-BAF1-3EE249A8E0AA}">
      <dsp:nvSpPr>
        <dsp:cNvPr id="0" name=""/>
        <dsp:cNvSpPr/>
      </dsp:nvSpPr>
      <dsp:spPr>
        <a:xfrm>
          <a:off x="5334823" y="1858171"/>
          <a:ext cx="4219277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000" b="0" i="0" kern="1200" dirty="0"/>
            <a:t>رگرسیون </a:t>
          </a:r>
          <a:r>
            <a:rPr lang="en-US" sz="3000" b="0" i="0" kern="1200" dirty="0"/>
            <a:t>(</a:t>
          </a:r>
          <a:r>
            <a:rPr lang="en-GB" sz="3000" b="0" i="0" kern="1200" dirty="0"/>
            <a:t>Regression)</a:t>
          </a:r>
          <a:endParaRPr lang="en-GB" sz="3000" kern="1200" dirty="0"/>
        </a:p>
      </dsp:txBody>
      <dsp:txXfrm>
        <a:off x="5390614" y="1913962"/>
        <a:ext cx="4107695" cy="1793249"/>
      </dsp:txXfrm>
    </dsp:sp>
    <dsp:sp modelId="{2FEC34BE-1BC6-4F77-9F3F-B55C4D62B030}">
      <dsp:nvSpPr>
        <dsp:cNvPr id="0" name=""/>
        <dsp:cNvSpPr/>
      </dsp:nvSpPr>
      <dsp:spPr>
        <a:xfrm rot="12942401">
          <a:off x="3634567" y="2232449"/>
          <a:ext cx="1876645" cy="60996"/>
        </a:xfrm>
        <a:custGeom>
          <a:avLst/>
          <a:gdLst/>
          <a:ahLst/>
          <a:cxnLst/>
          <a:rect l="0" t="0" r="0" b="0"/>
          <a:pathLst>
            <a:path>
              <a:moveTo>
                <a:pt x="0" y="30498"/>
              </a:moveTo>
              <a:lnTo>
                <a:pt x="1876645" y="304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 dirty="0"/>
        </a:p>
      </dsp:txBody>
      <dsp:txXfrm rot="10800000">
        <a:off x="4525974" y="2216031"/>
        <a:ext cx="93832" cy="93832"/>
      </dsp:txXfrm>
    </dsp:sp>
    <dsp:sp modelId="{A16F800D-5C6F-4C28-AB75-796DE05CF73F}">
      <dsp:nvSpPr>
        <dsp:cNvPr id="0" name=""/>
        <dsp:cNvSpPr/>
      </dsp:nvSpPr>
      <dsp:spPr>
        <a:xfrm>
          <a:off x="1295" y="762893"/>
          <a:ext cx="3809662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kern="1200" dirty="0"/>
            <a:t>رگرسیون خطی</a:t>
          </a:r>
          <a:endParaRPr lang="en-GB" sz="2800" kern="1200" dirty="0"/>
        </a:p>
      </dsp:txBody>
      <dsp:txXfrm>
        <a:off x="57086" y="818684"/>
        <a:ext cx="3698080" cy="1793249"/>
      </dsp:txXfrm>
    </dsp:sp>
    <dsp:sp modelId="{AA55B43B-E1D2-4DA8-A2E3-B0E28774C62B}">
      <dsp:nvSpPr>
        <dsp:cNvPr id="0" name=""/>
        <dsp:cNvSpPr/>
      </dsp:nvSpPr>
      <dsp:spPr>
        <a:xfrm rot="8657599">
          <a:off x="3634567" y="3327727"/>
          <a:ext cx="1876645" cy="60996"/>
        </a:xfrm>
        <a:custGeom>
          <a:avLst/>
          <a:gdLst/>
          <a:ahLst/>
          <a:cxnLst/>
          <a:rect l="0" t="0" r="0" b="0"/>
          <a:pathLst>
            <a:path>
              <a:moveTo>
                <a:pt x="0" y="30498"/>
              </a:moveTo>
              <a:lnTo>
                <a:pt x="1876645" y="304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 dirty="0"/>
        </a:p>
      </dsp:txBody>
      <dsp:txXfrm rot="10800000">
        <a:off x="4525974" y="3311309"/>
        <a:ext cx="93832" cy="93832"/>
      </dsp:txXfrm>
    </dsp:sp>
    <dsp:sp modelId="{F07622D8-A5F2-4141-B520-DF3B14F45BAB}">
      <dsp:nvSpPr>
        <dsp:cNvPr id="0" name=""/>
        <dsp:cNvSpPr/>
      </dsp:nvSpPr>
      <dsp:spPr>
        <a:xfrm>
          <a:off x="1295" y="2953449"/>
          <a:ext cx="3809662" cy="1904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kern="1200" dirty="0"/>
            <a:t>رگرسیون چندجمله‌ای</a:t>
          </a:r>
          <a:endParaRPr lang="en-GB" sz="2800" kern="1200" dirty="0"/>
        </a:p>
      </dsp:txBody>
      <dsp:txXfrm>
        <a:off x="57086" y="3009240"/>
        <a:ext cx="3698080" cy="17932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BFB48-8AA3-4320-A046-769AFB7A7C35}">
      <dsp:nvSpPr>
        <dsp:cNvPr id="0" name=""/>
        <dsp:cNvSpPr/>
      </dsp:nvSpPr>
      <dsp:spPr>
        <a:xfrm>
          <a:off x="0" y="1835167"/>
          <a:ext cx="2393161" cy="23936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5048B-15C5-4A2C-A5C6-F3A8704C4780}">
      <dsp:nvSpPr>
        <dsp:cNvPr id="0" name=""/>
        <dsp:cNvSpPr/>
      </dsp:nvSpPr>
      <dsp:spPr>
        <a:xfrm>
          <a:off x="79460" y="1914968"/>
          <a:ext cx="2234240" cy="223400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b="1" i="0" kern="1200" dirty="0"/>
            <a:t>مرحله 3:</a:t>
          </a:r>
          <a:r>
            <a:rPr lang="ar-SA" sz="2200" b="0" i="0" kern="1200" dirty="0"/>
            <a:t> از رابطه </a:t>
          </a:r>
          <a:endParaRPr lang="fa-IR" sz="2200" b="0" i="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200" b="0" i="0" kern="1200" dirty="0"/>
            <a:t> </a:t>
          </a:r>
          <a:r>
            <a:rPr lang="en-GB" sz="2200" b="1" i="0" kern="1200" dirty="0" err="1"/>
            <a:t>x</a:t>
          </a:r>
          <a:r>
            <a:rPr lang="en-GB" sz="2200" b="1" i="0" kern="1200" baseline="-25000" dirty="0" err="1"/>
            <a:t>new</a:t>
          </a:r>
          <a:r>
            <a:rPr lang="en-GB" sz="2200" b="1" i="0" kern="1200" dirty="0"/>
            <a:t>=x – </a:t>
          </a:r>
          <a:r>
            <a:rPr lang="en-GB" sz="2200" b="1" i="0" kern="1200" dirty="0" err="1"/>
            <a:t>df</a:t>
          </a:r>
          <a:r>
            <a:rPr lang="en-GB" sz="2200" b="1" i="0" kern="1200" dirty="0"/>
            <a:t>/dx</a:t>
          </a:r>
          <a:r>
            <a:rPr lang="ar-SA" sz="2200" b="0" i="0" kern="1200" dirty="0"/>
            <a:t>برای محاسبه مقدار جدید استفاده کن</a:t>
          </a:r>
          <a:endParaRPr lang="en-GB" sz="2200" kern="1200" dirty="0"/>
        </a:p>
      </dsp:txBody>
      <dsp:txXfrm>
        <a:off x="398860" y="2234171"/>
        <a:ext cx="1595441" cy="1595596"/>
      </dsp:txXfrm>
    </dsp:sp>
    <dsp:sp modelId="{03D75D52-849A-4B0D-81F0-34265CEE8D0F}">
      <dsp:nvSpPr>
        <dsp:cNvPr id="0" name=""/>
        <dsp:cNvSpPr/>
      </dsp:nvSpPr>
      <dsp:spPr>
        <a:xfrm rot="13500000">
          <a:off x="2476283" y="1838061"/>
          <a:ext cx="2387397" cy="238739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03114-7728-46A3-877A-B4E65DC8C738}">
      <dsp:nvSpPr>
        <dsp:cNvPr id="0" name=""/>
        <dsp:cNvSpPr/>
      </dsp:nvSpPr>
      <dsp:spPr>
        <a:xfrm>
          <a:off x="2552861" y="1914968"/>
          <a:ext cx="2234240" cy="223400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/>
            <a:t>مرحله 2:</a:t>
          </a:r>
          <a:r>
            <a:rPr lang="ar-SA" sz="2400" b="0" i="0" kern="1200" dirty="0"/>
            <a:t> مقدار مشتق در این نقطه را حساب کن</a:t>
          </a:r>
          <a:endParaRPr lang="en-GB" sz="2400" kern="1200" dirty="0"/>
        </a:p>
      </dsp:txBody>
      <dsp:txXfrm>
        <a:off x="2872261" y="2234171"/>
        <a:ext cx="1595441" cy="1595596"/>
      </dsp:txXfrm>
    </dsp:sp>
    <dsp:sp modelId="{6C7B3BD6-41E1-49A1-BBA9-7F3E0C4808EA}">
      <dsp:nvSpPr>
        <dsp:cNvPr id="0" name=""/>
        <dsp:cNvSpPr/>
      </dsp:nvSpPr>
      <dsp:spPr>
        <a:xfrm rot="13500000">
          <a:off x="4949684" y="1838061"/>
          <a:ext cx="2387397" cy="238739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D0F4-380D-4277-BFE5-9F3B5249601B}">
      <dsp:nvSpPr>
        <dsp:cNvPr id="0" name=""/>
        <dsp:cNvSpPr/>
      </dsp:nvSpPr>
      <dsp:spPr>
        <a:xfrm>
          <a:off x="5026262" y="1914968"/>
          <a:ext cx="2234240" cy="223400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300" b="1" i="0" kern="1200" dirty="0"/>
            <a:t>مرحله 1:</a:t>
          </a:r>
          <a:r>
            <a:rPr lang="ar-SA" sz="2300" b="0" i="0" kern="1200" dirty="0"/>
            <a:t> یک نقطه رندوم انتخاب کن</a:t>
          </a:r>
          <a:endParaRPr lang="en-GB" sz="2300" kern="1200" dirty="0"/>
        </a:p>
      </dsp:txBody>
      <dsp:txXfrm>
        <a:off x="5345662" y="2234171"/>
        <a:ext cx="1595441" cy="15955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88ED0-A22F-4D15-BCB3-B59E8E0BCAE1}">
      <dsp:nvSpPr>
        <dsp:cNvPr id="0" name=""/>
        <dsp:cNvSpPr/>
      </dsp:nvSpPr>
      <dsp:spPr>
        <a:xfrm>
          <a:off x="-59" y="4229571"/>
          <a:ext cx="11841397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E6922-8AF6-4955-839E-5DBB14E50974}">
      <dsp:nvSpPr>
        <dsp:cNvPr id="0" name=""/>
        <dsp:cNvSpPr/>
      </dsp:nvSpPr>
      <dsp:spPr>
        <a:xfrm>
          <a:off x="-49" y="2421940"/>
          <a:ext cx="11841397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7735E-EFBC-4BF6-9F0E-D1BD9ACFBE50}">
      <dsp:nvSpPr>
        <dsp:cNvPr id="0" name=""/>
        <dsp:cNvSpPr/>
      </dsp:nvSpPr>
      <dsp:spPr>
        <a:xfrm>
          <a:off x="5" y="612000"/>
          <a:ext cx="11804451" cy="3600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98076-AA1A-4F48-AC82-9A48697ED126}">
      <dsp:nvSpPr>
        <dsp:cNvPr id="0" name=""/>
        <dsp:cNvSpPr/>
      </dsp:nvSpPr>
      <dsp:spPr>
        <a:xfrm>
          <a:off x="-821313" y="3702"/>
          <a:ext cx="8762633" cy="592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 dirty="0"/>
        </a:p>
      </dsp:txBody>
      <dsp:txXfrm>
        <a:off x="-821313" y="3702"/>
        <a:ext cx="8762633" cy="592607"/>
      </dsp:txXfrm>
    </dsp:sp>
    <dsp:sp modelId="{ED7FF8CC-DA89-4079-97FD-68845A284612}">
      <dsp:nvSpPr>
        <dsp:cNvPr id="0" name=""/>
        <dsp:cNvSpPr/>
      </dsp:nvSpPr>
      <dsp:spPr>
        <a:xfrm>
          <a:off x="5467518" y="25291"/>
          <a:ext cx="6364019" cy="59260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/>
            <a:t>گرادیان کاهشی دسته‌ای </a:t>
          </a:r>
          <a:r>
            <a:rPr lang="en-GB" sz="2400" b="1" i="0" kern="1200" dirty="0"/>
            <a:t>Batch Gradient Descent)</a:t>
          </a:r>
          <a:r>
            <a:rPr lang="fa-IR" sz="2400" b="1" i="0" kern="1200" dirty="0"/>
            <a:t>)</a:t>
          </a:r>
          <a:endParaRPr lang="en-GB" sz="2400" b="1" kern="1200" dirty="0"/>
        </a:p>
      </dsp:txBody>
      <dsp:txXfrm>
        <a:off x="5496452" y="54225"/>
        <a:ext cx="6306151" cy="563673"/>
      </dsp:txXfrm>
    </dsp:sp>
    <dsp:sp modelId="{1F5B1D12-D5F1-45B3-A146-944C6A558891}">
      <dsp:nvSpPr>
        <dsp:cNvPr id="0" name=""/>
        <dsp:cNvSpPr/>
      </dsp:nvSpPr>
      <dsp:spPr>
        <a:xfrm>
          <a:off x="0" y="614310"/>
          <a:ext cx="11841397" cy="1185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r" defTabSz="11112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500" kern="1200" dirty="0"/>
            <a:t>در این روش، گرادیان با استفاده </a:t>
          </a:r>
          <a:r>
            <a:rPr lang="ar-SA" sz="2500" kern="1200" dirty="0">
              <a:solidFill>
                <a:srgbClr val="FF0000"/>
              </a:solidFill>
            </a:rPr>
            <a:t>از کل مجموعه </a:t>
          </a:r>
          <a:r>
            <a:rPr lang="ar-SA" sz="2500" kern="1200" dirty="0"/>
            <a:t>داده در هر مرحله محاسبه می‌شود. این رویکرد </a:t>
          </a:r>
          <a:r>
            <a:rPr lang="ar-SA" sz="2500" kern="1200" dirty="0">
              <a:solidFill>
                <a:srgbClr val="FF0000"/>
              </a:solidFill>
            </a:rPr>
            <a:t>دقت بالایی </a:t>
          </a:r>
          <a:r>
            <a:rPr lang="ar-SA" sz="2500" kern="1200" dirty="0"/>
            <a:t>دارد زیرا گرادیان به طور </a:t>
          </a:r>
          <a:r>
            <a:rPr lang="ar-SA" sz="2500" kern="1200" dirty="0">
              <a:solidFill>
                <a:srgbClr val="FF0000"/>
              </a:solidFill>
            </a:rPr>
            <a:t>کامل و دقیق </a:t>
          </a:r>
          <a:r>
            <a:rPr lang="ar-SA" sz="2500" kern="1200" dirty="0"/>
            <a:t>محاسبه می‌شود، اما برای </a:t>
          </a:r>
          <a:r>
            <a:rPr lang="ar-SA" sz="2500" kern="1200" dirty="0">
              <a:solidFill>
                <a:srgbClr val="FF0000"/>
              </a:solidFill>
            </a:rPr>
            <a:t>مجموعه‌های داده بزرگ</a:t>
          </a:r>
          <a:r>
            <a:rPr lang="ar-SA" sz="2500" kern="1200" dirty="0"/>
            <a:t>، محاسبات آن بسیار </a:t>
          </a:r>
          <a:r>
            <a:rPr lang="ar-SA" sz="2500" kern="1200" dirty="0">
              <a:solidFill>
                <a:srgbClr val="FF0000"/>
              </a:solidFill>
            </a:rPr>
            <a:t>زمان‌بر و سنگین </a:t>
          </a:r>
          <a:r>
            <a:rPr lang="ar-SA" sz="2500" kern="1200" dirty="0"/>
            <a:t>است.</a:t>
          </a:r>
          <a:endParaRPr lang="en-GB" sz="2500" kern="1200" dirty="0"/>
        </a:p>
      </dsp:txBody>
      <dsp:txXfrm>
        <a:off x="0" y="614310"/>
        <a:ext cx="11841397" cy="1185392"/>
      </dsp:txXfrm>
    </dsp:sp>
    <dsp:sp modelId="{E0EF5CD6-51B8-4ABB-8851-313059414C86}">
      <dsp:nvSpPr>
        <dsp:cNvPr id="0" name=""/>
        <dsp:cNvSpPr/>
      </dsp:nvSpPr>
      <dsp:spPr>
        <a:xfrm>
          <a:off x="-997450" y="1829333"/>
          <a:ext cx="8762633" cy="592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 dirty="0"/>
        </a:p>
      </dsp:txBody>
      <dsp:txXfrm>
        <a:off x="-997450" y="1829333"/>
        <a:ext cx="8762633" cy="592607"/>
      </dsp:txXfrm>
    </dsp:sp>
    <dsp:sp modelId="{C0E90C90-38BC-4784-8132-6F7BD6F157B0}">
      <dsp:nvSpPr>
        <dsp:cNvPr id="0" name=""/>
        <dsp:cNvSpPr/>
      </dsp:nvSpPr>
      <dsp:spPr>
        <a:xfrm>
          <a:off x="4771348" y="1821653"/>
          <a:ext cx="7068563" cy="59260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/>
            <a:t>گرادیان کاهشی تصادفی </a:t>
          </a:r>
          <a:r>
            <a:rPr lang="en-GB" sz="2400" b="1" i="0" kern="1200" dirty="0"/>
            <a:t>Stochastic Gradient Descent)</a:t>
          </a:r>
          <a:r>
            <a:rPr lang="fa-IR" sz="2400" b="1" i="0" kern="1200" dirty="0"/>
            <a:t>)</a:t>
          </a:r>
          <a:endParaRPr lang="en-GB" sz="2400" b="1" kern="1200" dirty="0"/>
        </a:p>
      </dsp:txBody>
      <dsp:txXfrm>
        <a:off x="4800282" y="1850587"/>
        <a:ext cx="7010695" cy="563673"/>
      </dsp:txXfrm>
    </dsp:sp>
    <dsp:sp modelId="{46DA1AB6-9065-4657-BC31-A111D9DC59C7}">
      <dsp:nvSpPr>
        <dsp:cNvPr id="0" name=""/>
        <dsp:cNvSpPr/>
      </dsp:nvSpPr>
      <dsp:spPr>
        <a:xfrm>
          <a:off x="0" y="2421940"/>
          <a:ext cx="11841397" cy="1185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در این روش، در هر مرحله فقط از </a:t>
          </a:r>
          <a:r>
            <a:rPr lang="ar-SA" sz="2600" kern="1200" dirty="0">
              <a:solidFill>
                <a:srgbClr val="FF0000"/>
              </a:solidFill>
            </a:rPr>
            <a:t>یک نمونه تصادفی </a:t>
          </a:r>
          <a:r>
            <a:rPr lang="ar-SA" sz="2600" kern="1200" dirty="0"/>
            <a:t>از مجموعه داده برای محاسبه گرادیان استفاده می‌شود. این رویکرد </a:t>
          </a:r>
          <a:r>
            <a:rPr lang="ar-SA" sz="2600" kern="1200" dirty="0">
              <a:solidFill>
                <a:srgbClr val="FF0000"/>
              </a:solidFill>
            </a:rPr>
            <a:t>سرعت بیشتری </a:t>
          </a:r>
          <a:r>
            <a:rPr lang="ar-SA" sz="2600" kern="1200" dirty="0"/>
            <a:t>دارد و برای </a:t>
          </a:r>
          <a:r>
            <a:rPr lang="ar-SA" sz="2600" kern="1200" dirty="0">
              <a:solidFill>
                <a:srgbClr val="FF0000"/>
              </a:solidFill>
            </a:rPr>
            <a:t>داده‌های بزرگ مناسب‌تر </a:t>
          </a:r>
          <a:r>
            <a:rPr lang="ar-SA" sz="2600" kern="1200" dirty="0"/>
            <a:t>است، اما </a:t>
          </a:r>
          <a:r>
            <a:rPr lang="ar-SA" sz="2600" kern="1200" dirty="0">
              <a:solidFill>
                <a:srgbClr val="FF0000"/>
              </a:solidFill>
            </a:rPr>
            <a:t>به دلیل استفاده از یک نمونه، مسیر بهینه‌سازی</a:t>
          </a:r>
          <a:r>
            <a:rPr lang="ar-SA" sz="2600" kern="1200" dirty="0"/>
            <a:t> ممکن است </a:t>
          </a:r>
          <a:r>
            <a:rPr lang="ar-SA" sz="2600" kern="1200" dirty="0">
              <a:solidFill>
                <a:srgbClr val="FF0000"/>
              </a:solidFill>
            </a:rPr>
            <a:t>نوسانات زیادی </a:t>
          </a:r>
          <a:r>
            <a:rPr lang="ar-SA" sz="2600" kern="1200" dirty="0"/>
            <a:t>داشته باشد و به </a:t>
          </a:r>
          <a:r>
            <a:rPr lang="ar-SA" sz="2600" kern="1200" dirty="0">
              <a:solidFill>
                <a:srgbClr val="FF0000"/>
              </a:solidFill>
            </a:rPr>
            <a:t>مینیمم دقیق همگرا نشود</a:t>
          </a:r>
          <a:r>
            <a:rPr lang="ar-SA" sz="2600" kern="1200" dirty="0"/>
            <a:t>.</a:t>
          </a:r>
          <a:endParaRPr lang="en-GB" sz="2600" kern="1200" dirty="0"/>
        </a:p>
      </dsp:txBody>
      <dsp:txXfrm>
        <a:off x="0" y="2421940"/>
        <a:ext cx="11841397" cy="1185392"/>
      </dsp:txXfrm>
    </dsp:sp>
    <dsp:sp modelId="{4F946A83-4032-4755-973D-057EAE66FA96}">
      <dsp:nvSpPr>
        <dsp:cNvPr id="0" name=""/>
        <dsp:cNvSpPr/>
      </dsp:nvSpPr>
      <dsp:spPr>
        <a:xfrm>
          <a:off x="-1010604" y="3636963"/>
          <a:ext cx="8762633" cy="592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 dirty="0"/>
        </a:p>
      </dsp:txBody>
      <dsp:txXfrm>
        <a:off x="-1010604" y="3636963"/>
        <a:ext cx="8762633" cy="592607"/>
      </dsp:txXfrm>
    </dsp:sp>
    <dsp:sp modelId="{F388C868-ED0E-46CF-9368-51C1ACB33842}">
      <dsp:nvSpPr>
        <dsp:cNvPr id="0" name=""/>
        <dsp:cNvSpPr/>
      </dsp:nvSpPr>
      <dsp:spPr>
        <a:xfrm>
          <a:off x="4726498" y="3644460"/>
          <a:ext cx="7121179" cy="59260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kern="1200" dirty="0"/>
            <a:t>گرادیان کاهشی مینی‌بچ </a:t>
          </a:r>
          <a:r>
            <a:rPr lang="en-GB" sz="2400" b="1" kern="1200" dirty="0"/>
            <a:t>Mini-Batch Gradient Descent)</a:t>
          </a:r>
          <a:r>
            <a:rPr lang="fa-IR" sz="2400" b="1" kern="1200" dirty="0"/>
            <a:t>)</a:t>
          </a:r>
          <a:endParaRPr lang="en-GB" sz="2400" b="1" kern="1200" dirty="0"/>
        </a:p>
      </dsp:txBody>
      <dsp:txXfrm>
        <a:off x="4755432" y="3673394"/>
        <a:ext cx="7063311" cy="563673"/>
      </dsp:txXfrm>
    </dsp:sp>
    <dsp:sp modelId="{7CA1DE24-4636-4500-9C4F-F7FB5C7E4B87}">
      <dsp:nvSpPr>
        <dsp:cNvPr id="0" name=""/>
        <dsp:cNvSpPr/>
      </dsp:nvSpPr>
      <dsp:spPr>
        <a:xfrm>
          <a:off x="0" y="4229571"/>
          <a:ext cx="11841397" cy="1185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ترکیبی از دو روش قبلی است و گرادیان با استفاده از یک زیرمجموعه کوچک (مینی‌بچ) از داده‌ها محاسبه می‌شود. مینی‌بچ‌ها معمولاً شامل 32، 64 یا 128 نمونه هستند. این روش تعادلی بین سرعت و دقت ایجاد می‌کند و به همین دلیل در عمل، به‌ویژه در یادگیری عمیق، بسیار پرکاربرد است.</a:t>
          </a:r>
          <a:endParaRPr lang="en-GB" sz="2600" kern="1200" dirty="0"/>
        </a:p>
      </dsp:txBody>
      <dsp:txXfrm>
        <a:off x="0" y="4229571"/>
        <a:ext cx="11841397" cy="11853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C8007-D72E-49D3-8B46-BFEF6057B040}">
      <dsp:nvSpPr>
        <dsp:cNvPr id="0" name=""/>
        <dsp:cNvSpPr/>
      </dsp:nvSpPr>
      <dsp:spPr>
        <a:xfrm>
          <a:off x="7640317" y="2577074"/>
          <a:ext cx="2726819" cy="136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b="0" i="0" kern="1200" dirty="0"/>
            <a:t>انواع الگوریتم‌های یادگیری نظارت شده</a:t>
          </a:r>
          <a:endParaRPr lang="en-GB" sz="3100" kern="1200" dirty="0"/>
        </a:p>
      </dsp:txBody>
      <dsp:txXfrm>
        <a:off x="7680250" y="2617007"/>
        <a:ext cx="2646953" cy="1283543"/>
      </dsp:txXfrm>
    </dsp:sp>
    <dsp:sp modelId="{FC81C1AF-DB8E-4C4C-9ACD-88B2A0B31E85}">
      <dsp:nvSpPr>
        <dsp:cNvPr id="0" name=""/>
        <dsp:cNvSpPr/>
      </dsp:nvSpPr>
      <dsp:spPr>
        <a:xfrm rot="12942401">
          <a:off x="6423336" y="2845398"/>
          <a:ext cx="1343235" cy="42802"/>
        </a:xfrm>
        <a:custGeom>
          <a:avLst/>
          <a:gdLst/>
          <a:ahLst/>
          <a:cxnLst/>
          <a:rect l="0" t="0" r="0" b="0"/>
          <a:pathLst>
            <a:path>
              <a:moveTo>
                <a:pt x="0" y="21401"/>
              </a:moveTo>
              <a:lnTo>
                <a:pt x="1343235" y="214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7061372" y="2833218"/>
        <a:ext cx="67161" cy="67161"/>
      </dsp:txXfrm>
    </dsp:sp>
    <dsp:sp modelId="{96398032-5686-40BB-88E8-BDFF55AF0BBA}">
      <dsp:nvSpPr>
        <dsp:cNvPr id="0" name=""/>
        <dsp:cNvSpPr/>
      </dsp:nvSpPr>
      <dsp:spPr>
        <a:xfrm>
          <a:off x="3822770" y="1793114"/>
          <a:ext cx="2726819" cy="136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b="0" i="0" kern="1200" dirty="0"/>
            <a:t>رگرسیون </a:t>
          </a:r>
          <a:r>
            <a:rPr lang="en-US" sz="3100" b="0" i="0" kern="1200" dirty="0"/>
            <a:t>(</a:t>
          </a:r>
          <a:r>
            <a:rPr lang="en-GB" sz="3100" b="0" i="0" kern="1200" dirty="0"/>
            <a:t>Regression)</a:t>
          </a:r>
          <a:endParaRPr lang="en-GB" sz="3100" kern="1200" dirty="0"/>
        </a:p>
      </dsp:txBody>
      <dsp:txXfrm>
        <a:off x="3862703" y="1833047"/>
        <a:ext cx="2646953" cy="1283543"/>
      </dsp:txXfrm>
    </dsp:sp>
    <dsp:sp modelId="{E034B914-BE35-4E67-898C-CEA01D4E14FA}">
      <dsp:nvSpPr>
        <dsp:cNvPr id="0" name=""/>
        <dsp:cNvSpPr/>
      </dsp:nvSpPr>
      <dsp:spPr>
        <a:xfrm rot="12942401">
          <a:off x="2605789" y="2061437"/>
          <a:ext cx="1343235" cy="42802"/>
        </a:xfrm>
        <a:custGeom>
          <a:avLst/>
          <a:gdLst/>
          <a:ahLst/>
          <a:cxnLst/>
          <a:rect l="0" t="0" r="0" b="0"/>
          <a:pathLst>
            <a:path>
              <a:moveTo>
                <a:pt x="0" y="21401"/>
              </a:moveTo>
              <a:lnTo>
                <a:pt x="1343235" y="21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3243826" y="2049258"/>
        <a:ext cx="67161" cy="67161"/>
      </dsp:txXfrm>
    </dsp:sp>
    <dsp:sp modelId="{645A8636-C6A3-49E1-89D7-45BD0A6DE813}">
      <dsp:nvSpPr>
        <dsp:cNvPr id="0" name=""/>
        <dsp:cNvSpPr/>
      </dsp:nvSpPr>
      <dsp:spPr>
        <a:xfrm>
          <a:off x="5224" y="1009154"/>
          <a:ext cx="2726819" cy="136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kern="1200" dirty="0"/>
            <a:t>رگرسیون خطی</a:t>
          </a:r>
          <a:endParaRPr lang="en-GB" sz="3100" kern="1200" dirty="0"/>
        </a:p>
      </dsp:txBody>
      <dsp:txXfrm>
        <a:off x="45157" y="1049087"/>
        <a:ext cx="2646953" cy="1283543"/>
      </dsp:txXfrm>
    </dsp:sp>
    <dsp:sp modelId="{4F30B5F8-7B1D-4F8B-B580-10E492EE7E99}">
      <dsp:nvSpPr>
        <dsp:cNvPr id="0" name=""/>
        <dsp:cNvSpPr/>
      </dsp:nvSpPr>
      <dsp:spPr>
        <a:xfrm rot="8657599">
          <a:off x="2605789" y="2845398"/>
          <a:ext cx="1343235" cy="42802"/>
        </a:xfrm>
        <a:custGeom>
          <a:avLst/>
          <a:gdLst/>
          <a:ahLst/>
          <a:cxnLst/>
          <a:rect l="0" t="0" r="0" b="0"/>
          <a:pathLst>
            <a:path>
              <a:moveTo>
                <a:pt x="0" y="21401"/>
              </a:moveTo>
              <a:lnTo>
                <a:pt x="1343235" y="21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3243826" y="2833218"/>
        <a:ext cx="67161" cy="67161"/>
      </dsp:txXfrm>
    </dsp:sp>
    <dsp:sp modelId="{16EDD019-FB1A-4F14-A3A5-10A5FF9D57A5}">
      <dsp:nvSpPr>
        <dsp:cNvPr id="0" name=""/>
        <dsp:cNvSpPr/>
      </dsp:nvSpPr>
      <dsp:spPr>
        <a:xfrm>
          <a:off x="5224" y="2577074"/>
          <a:ext cx="2726819" cy="136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kern="1200" dirty="0"/>
            <a:t>رگرسیون چندجمله‌ای</a:t>
          </a:r>
          <a:endParaRPr lang="en-GB" sz="3100" kern="1200" dirty="0"/>
        </a:p>
      </dsp:txBody>
      <dsp:txXfrm>
        <a:off x="45157" y="2617007"/>
        <a:ext cx="2646953" cy="1283543"/>
      </dsp:txXfrm>
    </dsp:sp>
    <dsp:sp modelId="{3A21F259-D919-4197-8F65-E05937272A17}">
      <dsp:nvSpPr>
        <dsp:cNvPr id="0" name=""/>
        <dsp:cNvSpPr/>
      </dsp:nvSpPr>
      <dsp:spPr>
        <a:xfrm rot="8657599">
          <a:off x="6423336" y="3629358"/>
          <a:ext cx="1343235" cy="42802"/>
        </a:xfrm>
        <a:custGeom>
          <a:avLst/>
          <a:gdLst/>
          <a:ahLst/>
          <a:cxnLst/>
          <a:rect l="0" t="0" r="0" b="0"/>
          <a:pathLst>
            <a:path>
              <a:moveTo>
                <a:pt x="0" y="21401"/>
              </a:moveTo>
              <a:lnTo>
                <a:pt x="1343235" y="214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7061372" y="3617179"/>
        <a:ext cx="67161" cy="67161"/>
      </dsp:txXfrm>
    </dsp:sp>
    <dsp:sp modelId="{99A6164F-6615-4B2D-97A6-9FD43C269CD2}">
      <dsp:nvSpPr>
        <dsp:cNvPr id="0" name=""/>
        <dsp:cNvSpPr/>
      </dsp:nvSpPr>
      <dsp:spPr>
        <a:xfrm>
          <a:off x="3822770" y="3361035"/>
          <a:ext cx="2726819" cy="136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b="0" i="0" kern="1200" dirty="0"/>
            <a:t>طبقه‌بندی</a:t>
          </a:r>
          <a:r>
            <a:rPr lang="en-US" sz="3100" b="0" i="0" kern="1200" dirty="0"/>
            <a:t> (</a:t>
          </a:r>
          <a:r>
            <a:rPr lang="en-GB" sz="3100" b="0" i="0" kern="1200" dirty="0"/>
            <a:t>Classification)</a:t>
          </a:r>
          <a:endParaRPr lang="en-GB" sz="3100" kern="1200" dirty="0"/>
        </a:p>
      </dsp:txBody>
      <dsp:txXfrm>
        <a:off x="3862703" y="3400968"/>
        <a:ext cx="2646953" cy="12835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14CE-F0F0-4866-BAF1-3EE249A8E0AA}">
      <dsp:nvSpPr>
        <dsp:cNvPr id="0" name=""/>
        <dsp:cNvSpPr/>
      </dsp:nvSpPr>
      <dsp:spPr>
        <a:xfrm>
          <a:off x="8785380" y="2400787"/>
          <a:ext cx="2737637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000" kern="1200" dirty="0"/>
            <a:t>دسته بند</a:t>
          </a:r>
          <a:r>
            <a:rPr lang="fa-IR" sz="3000" kern="1200" dirty="0"/>
            <a:t>ی </a:t>
          </a:r>
          <a:r>
            <a:rPr lang="en-US" sz="3000" kern="1200" dirty="0"/>
            <a:t> (</a:t>
          </a:r>
          <a:r>
            <a:rPr lang="en-GB" sz="3000" kern="1200" dirty="0"/>
            <a:t>Classification)</a:t>
          </a:r>
        </a:p>
      </dsp:txBody>
      <dsp:txXfrm>
        <a:off x="8816300" y="2431707"/>
        <a:ext cx="2675797" cy="993850"/>
      </dsp:txXfrm>
    </dsp:sp>
    <dsp:sp modelId="{2FEC34BE-1BC6-4F77-9F3F-B55C4D62B030}">
      <dsp:nvSpPr>
        <dsp:cNvPr id="0" name=""/>
        <dsp:cNvSpPr/>
      </dsp:nvSpPr>
      <dsp:spPr>
        <a:xfrm rot="12529794">
          <a:off x="4124209" y="1714504"/>
          <a:ext cx="4969120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4969120" y="160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6484541" y="1606323"/>
        <a:ext cx="248456" cy="248456"/>
      </dsp:txXfrm>
    </dsp:sp>
    <dsp:sp modelId="{A16F800D-5C6F-4C28-AB75-796DE05CF73F}">
      <dsp:nvSpPr>
        <dsp:cNvPr id="0" name=""/>
        <dsp:cNvSpPr/>
      </dsp:nvSpPr>
      <dsp:spPr>
        <a:xfrm>
          <a:off x="1104431" y="4624"/>
          <a:ext cx="3327725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 dirty="0"/>
            <a:t>رگرسیون لجستیک</a:t>
          </a:r>
          <a:r>
            <a:rPr lang="fa-IR" sz="2600" kern="1200" dirty="0"/>
            <a:t>  </a:t>
          </a:r>
          <a:r>
            <a:rPr lang="en-GB" sz="2600" kern="1200" dirty="0"/>
            <a:t>Logistic Regression)</a:t>
          </a:r>
          <a:r>
            <a:rPr lang="fa-IR" sz="2600" kern="1200" dirty="0"/>
            <a:t>)</a:t>
          </a:r>
          <a:endParaRPr lang="en-GB" sz="2600" kern="1200" dirty="0"/>
        </a:p>
      </dsp:txBody>
      <dsp:txXfrm>
        <a:off x="1135351" y="35544"/>
        <a:ext cx="3265885" cy="993850"/>
      </dsp:txXfrm>
    </dsp:sp>
    <dsp:sp modelId="{AA55B43B-E1D2-4DA8-A2E3-B0E28774C62B}">
      <dsp:nvSpPr>
        <dsp:cNvPr id="0" name=""/>
        <dsp:cNvSpPr/>
      </dsp:nvSpPr>
      <dsp:spPr>
        <a:xfrm rot="11711540">
          <a:off x="4353333" y="2321526"/>
          <a:ext cx="4510871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4510871" y="160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10800000">
        <a:off x="6495997" y="2224801"/>
        <a:ext cx="225543" cy="225543"/>
      </dsp:txXfrm>
    </dsp:sp>
    <dsp:sp modelId="{F07622D8-A5F2-4141-B520-DF3B14F45BAB}">
      <dsp:nvSpPr>
        <dsp:cNvPr id="0" name=""/>
        <dsp:cNvSpPr/>
      </dsp:nvSpPr>
      <dsp:spPr>
        <a:xfrm>
          <a:off x="1088891" y="1218668"/>
          <a:ext cx="3343265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K</a:t>
          </a:r>
          <a:r>
            <a:rPr lang="fa-IR" sz="2600" kern="1200" dirty="0"/>
            <a:t>-</a:t>
          </a:r>
          <a:r>
            <a:rPr lang="ar-SA" sz="2600" kern="1200" dirty="0"/>
            <a:t>نزدیک‌ترین همسای</a:t>
          </a:r>
          <a:r>
            <a:rPr lang="fa-IR" sz="2600" kern="1200" dirty="0"/>
            <a:t>ه</a:t>
          </a:r>
          <a:r>
            <a:rPr lang="ar-SA" sz="2600" kern="1200" dirty="0"/>
            <a:t> </a:t>
          </a:r>
          <a:r>
            <a:rPr lang="en-GB" sz="2600" kern="1200" dirty="0" err="1"/>
            <a:t>kNN</a:t>
          </a:r>
          <a:r>
            <a:rPr lang="en-GB" sz="2600" kern="1200" dirty="0"/>
            <a:t>)</a:t>
          </a:r>
          <a:r>
            <a:rPr lang="fa-IR" sz="2600" kern="1200" dirty="0"/>
            <a:t>)</a:t>
          </a:r>
          <a:endParaRPr lang="en-GB" sz="2600" kern="1200" dirty="0"/>
        </a:p>
      </dsp:txBody>
      <dsp:txXfrm>
        <a:off x="1119811" y="1249588"/>
        <a:ext cx="3281425" cy="993850"/>
      </dsp:txXfrm>
    </dsp:sp>
    <dsp:sp modelId="{16B6B27D-5E1B-4CB7-85D2-3166694BF89F}">
      <dsp:nvSpPr>
        <dsp:cNvPr id="0" name=""/>
        <dsp:cNvSpPr/>
      </dsp:nvSpPr>
      <dsp:spPr>
        <a:xfrm rot="10774790">
          <a:off x="4432099" y="2928548"/>
          <a:ext cx="4353340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4353340" y="160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 rot="10800000">
        <a:off x="6499935" y="2835761"/>
        <a:ext cx="217667" cy="217667"/>
      </dsp:txXfrm>
    </dsp:sp>
    <dsp:sp modelId="{7C8FBECB-B7A0-48A9-AC8F-88CA7BC81EFB}">
      <dsp:nvSpPr>
        <dsp:cNvPr id="0" name=""/>
        <dsp:cNvSpPr/>
      </dsp:nvSpPr>
      <dsp:spPr>
        <a:xfrm>
          <a:off x="1057791" y="2432711"/>
          <a:ext cx="3374366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 dirty="0"/>
            <a:t>ماشین بردار پشتیبان </a:t>
          </a:r>
          <a:r>
            <a:rPr lang="en-GB" sz="2600" kern="1200" dirty="0"/>
            <a:t>SVM)</a:t>
          </a:r>
          <a:r>
            <a:rPr lang="fa-IR" sz="2600" kern="1200" dirty="0"/>
            <a:t>)</a:t>
          </a:r>
          <a:endParaRPr lang="en-GB" sz="2600" kern="1200" dirty="0"/>
        </a:p>
      </dsp:txBody>
      <dsp:txXfrm>
        <a:off x="1088711" y="2463631"/>
        <a:ext cx="3312526" cy="993850"/>
      </dsp:txXfrm>
    </dsp:sp>
    <dsp:sp modelId="{DCF76DFA-F983-412F-B4BD-865FBA78604E}">
      <dsp:nvSpPr>
        <dsp:cNvPr id="0" name=""/>
        <dsp:cNvSpPr/>
      </dsp:nvSpPr>
      <dsp:spPr>
        <a:xfrm rot="9841678">
          <a:off x="4344757" y="3535570"/>
          <a:ext cx="4528022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4528022" y="160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10800000">
        <a:off x="6495568" y="3438416"/>
        <a:ext cx="226401" cy="226401"/>
      </dsp:txXfrm>
    </dsp:sp>
    <dsp:sp modelId="{3A0F162D-7D90-4571-8515-1FA247B0790B}">
      <dsp:nvSpPr>
        <dsp:cNvPr id="0" name=""/>
        <dsp:cNvSpPr/>
      </dsp:nvSpPr>
      <dsp:spPr>
        <a:xfrm>
          <a:off x="1057791" y="3646755"/>
          <a:ext cx="3374366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 dirty="0"/>
            <a:t>درخت تصمیم</a:t>
          </a:r>
          <a:r>
            <a:rPr lang="fa-IR" sz="2600" kern="1200" dirty="0"/>
            <a:t>      </a:t>
          </a:r>
          <a:r>
            <a:rPr lang="ar-SA" sz="2600" kern="1200" dirty="0"/>
            <a:t> </a:t>
          </a:r>
          <a:r>
            <a:rPr lang="en-GB" sz="2600" kern="1200" dirty="0"/>
            <a:t>Decision Tree)</a:t>
          </a:r>
          <a:r>
            <a:rPr lang="fa-IR" sz="2600" kern="1200" dirty="0"/>
            <a:t>)</a:t>
          </a:r>
          <a:endParaRPr lang="en-GB" sz="2600" kern="1200" dirty="0"/>
        </a:p>
      </dsp:txBody>
      <dsp:txXfrm>
        <a:off x="1088711" y="3677675"/>
        <a:ext cx="3312526" cy="993850"/>
      </dsp:txXfrm>
    </dsp:sp>
    <dsp:sp modelId="{3BB51987-776A-413F-B6DA-F6FB686F58F8}">
      <dsp:nvSpPr>
        <dsp:cNvPr id="0" name=""/>
        <dsp:cNvSpPr/>
      </dsp:nvSpPr>
      <dsp:spPr>
        <a:xfrm rot="9031749">
          <a:off x="4108658" y="4142592"/>
          <a:ext cx="5000221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5000221" y="160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6483763" y="4033633"/>
        <a:ext cx="250011" cy="250011"/>
      </dsp:txXfrm>
    </dsp:sp>
    <dsp:sp modelId="{8EF3556E-3663-4327-819D-1F4A6C06989E}">
      <dsp:nvSpPr>
        <dsp:cNvPr id="0" name=""/>
        <dsp:cNvSpPr/>
      </dsp:nvSpPr>
      <dsp:spPr>
        <a:xfrm>
          <a:off x="1061528" y="4860799"/>
          <a:ext cx="3370629" cy="1055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b="0" i="0" kern="1200" dirty="0"/>
            <a:t>جنگل تصادفی</a:t>
          </a:r>
          <a:r>
            <a:rPr lang="fa-IR" sz="2600" b="0" i="0" kern="1200" dirty="0"/>
            <a:t>      </a:t>
          </a:r>
          <a:r>
            <a:rPr lang="ar-SA" sz="2600" b="0" i="0" kern="1200" dirty="0"/>
            <a:t> </a:t>
          </a:r>
          <a:r>
            <a:rPr lang="fa-IR" sz="2600" b="0" i="0" kern="1200" dirty="0"/>
            <a:t>(</a:t>
          </a:r>
          <a:r>
            <a:rPr lang="en-GB" sz="2600" b="0" i="0" kern="1200" dirty="0"/>
            <a:t>Random Forest</a:t>
          </a:r>
          <a:r>
            <a:rPr lang="fa-IR" sz="2600" b="0" i="0" kern="1200" dirty="0"/>
            <a:t>)</a:t>
          </a:r>
          <a:endParaRPr lang="en-GB" sz="2600" b="0" kern="1200" dirty="0"/>
        </a:p>
      </dsp:txBody>
      <dsp:txXfrm>
        <a:off x="1092448" y="4891719"/>
        <a:ext cx="3308789" cy="9938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60CCD-7E56-4C71-985D-379D3C74646A}">
      <dsp:nvSpPr>
        <dsp:cNvPr id="0" name=""/>
        <dsp:cNvSpPr/>
      </dsp:nvSpPr>
      <dsp:spPr>
        <a:xfrm>
          <a:off x="9204049" y="-937410"/>
          <a:ext cx="7293488" cy="7293488"/>
        </a:xfrm>
        <a:prstGeom prst="blockArc">
          <a:avLst>
            <a:gd name="adj1" fmla="val 8100000"/>
            <a:gd name="adj2" fmla="val 13500000"/>
            <a:gd name="adj3" fmla="val 296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21FFD3-8136-4CD0-B576-17CE5639CA2C}">
      <dsp:nvSpPr>
        <dsp:cNvPr id="0" name=""/>
        <dsp:cNvSpPr/>
      </dsp:nvSpPr>
      <dsp:spPr>
        <a:xfrm>
          <a:off x="74777" y="541866"/>
          <a:ext cx="9545472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40" tIns="78740" rIns="860213" bIns="78740" numCol="1" spcCol="1270" anchor="ctr" anchorCtr="0">
          <a:noAutofit/>
        </a:bodyPr>
        <a:lstStyle/>
        <a:p>
          <a:pPr marL="0" lvl="0" indent="0" algn="ctr" defTabSz="1377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ar-SA" sz="3100" b="0" i="0" kern="1200" dirty="0"/>
            <a:t>محاسبه فاصله بین نمونه تست</a:t>
          </a:r>
          <a:r>
            <a:rPr lang="en-GB" sz="3100" b="0" i="0" kern="1200" dirty="0" err="1"/>
            <a:t>x</a:t>
          </a:r>
          <a:r>
            <a:rPr lang="en-GB" sz="3100" b="0" i="0" kern="1200" baseline="-25000" dirty="0" err="1"/>
            <a:t>t</a:t>
          </a:r>
          <a:r>
            <a:rPr lang="en-GB" sz="3100" b="0" i="0" kern="1200" dirty="0"/>
            <a:t>) </a:t>
          </a:r>
          <a:r>
            <a:rPr lang="fa-IR" sz="3100" b="0" i="0" kern="1200" dirty="0"/>
            <a:t>) </a:t>
          </a:r>
          <a:r>
            <a:rPr lang="ar-SA" sz="3100" b="0" i="0" kern="1200" dirty="0"/>
            <a:t>و نمونه‌های آموزش </a:t>
          </a:r>
          <a:r>
            <a:rPr lang="en-GB" sz="3100" b="0" i="0" kern="1200" dirty="0"/>
            <a:t>X)</a:t>
          </a:r>
          <a:r>
            <a:rPr lang="fa-IR" sz="3100" b="0" i="0" kern="1200" dirty="0"/>
            <a:t>)</a:t>
          </a:r>
        </a:p>
      </dsp:txBody>
      <dsp:txXfrm>
        <a:off x="74777" y="541866"/>
        <a:ext cx="9545472" cy="1083733"/>
      </dsp:txXfrm>
    </dsp:sp>
    <dsp:sp modelId="{B52F3465-F712-4837-893B-3EB61C14083B}">
      <dsp:nvSpPr>
        <dsp:cNvPr id="0" name=""/>
        <dsp:cNvSpPr/>
      </dsp:nvSpPr>
      <dsp:spPr>
        <a:xfrm>
          <a:off x="8942916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48762-1D7B-463F-BC1D-44DC1DA07D05}">
      <dsp:nvSpPr>
        <dsp:cNvPr id="0" name=""/>
        <dsp:cNvSpPr/>
      </dsp:nvSpPr>
      <dsp:spPr>
        <a:xfrm>
          <a:off x="74777" y="2167466"/>
          <a:ext cx="9151535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40" tIns="78740" rIns="860213" bIns="78740" numCol="1" spcCol="1270" anchor="ctr" anchorCtr="0">
          <a:noAutofit/>
        </a:bodyPr>
        <a:lstStyle/>
        <a:p>
          <a:pPr marL="0" lvl="0" indent="0" algn="ctr" defTabSz="1377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ar-SA" sz="3100" b="0" i="0" kern="1200" dirty="0"/>
            <a:t>انتخاب </a:t>
          </a:r>
          <a:r>
            <a:rPr lang="en-GB" sz="3100" b="0" i="0" kern="1200" dirty="0"/>
            <a:t>K</a:t>
          </a:r>
          <a:r>
            <a:rPr lang="ar-SA" sz="3100" b="0" i="0" kern="1200" dirty="0"/>
            <a:t>همسایه نزدیک به نمونه تست براساس فاصله</a:t>
          </a:r>
          <a:r>
            <a:rPr lang="fa-IR" sz="2900" b="0" i="0" kern="1200" dirty="0"/>
            <a:t>            </a:t>
          </a:r>
          <a:r>
            <a:rPr lang="fa-IR" sz="2500" b="0" i="0" kern="1200" dirty="0"/>
            <a:t>(</a:t>
          </a:r>
          <a:r>
            <a:rPr lang="ar-SA" sz="2500" b="0" i="0" kern="1200" dirty="0"/>
            <a:t>مقدار بهینه</a:t>
          </a:r>
          <a:r>
            <a:rPr lang="fa-IR" sz="2500" b="0" i="0" kern="1200" dirty="0"/>
            <a:t> </a:t>
          </a:r>
          <a:r>
            <a:rPr lang="en-US" sz="2500" b="0" i="0" kern="1200" dirty="0"/>
            <a:t>K</a:t>
          </a:r>
          <a:r>
            <a:rPr lang="ar-SA" sz="2500" b="0" i="0" kern="1200" dirty="0"/>
            <a:t> با آزمون خطا یا اعتبارسنجی متقاطع انتخاب می‌شود</a:t>
          </a:r>
          <a:r>
            <a:rPr lang="fa-IR" sz="2500" b="0" i="0" kern="1200" dirty="0"/>
            <a:t>)</a:t>
          </a:r>
          <a:endParaRPr lang="en-GB" sz="2500" kern="1200" dirty="0"/>
        </a:p>
      </dsp:txBody>
      <dsp:txXfrm>
        <a:off x="74777" y="2167466"/>
        <a:ext cx="9151535" cy="1083733"/>
      </dsp:txXfrm>
    </dsp:sp>
    <dsp:sp modelId="{DF9114E5-6211-47D3-91E4-4B87BCEF6820}">
      <dsp:nvSpPr>
        <dsp:cNvPr id="0" name=""/>
        <dsp:cNvSpPr/>
      </dsp:nvSpPr>
      <dsp:spPr>
        <a:xfrm>
          <a:off x="8548979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1AE43-8B24-4C3C-8095-215AEBF232A1}">
      <dsp:nvSpPr>
        <dsp:cNvPr id="0" name=""/>
        <dsp:cNvSpPr/>
      </dsp:nvSpPr>
      <dsp:spPr>
        <a:xfrm>
          <a:off x="74777" y="3793066"/>
          <a:ext cx="9545472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40" tIns="78740" rIns="860213" bIns="78740" numCol="1" spcCol="1270" anchor="ctr" anchorCtr="0">
          <a:noAutofit/>
        </a:bodyPr>
        <a:lstStyle/>
        <a:p>
          <a:pPr marL="0" lvl="0" indent="0" algn="ctr" defTabSz="1377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ar-SA" sz="3100" b="0" i="0" kern="1200" dirty="0"/>
            <a:t>تعیین کلاس نمونه تست براساس اکثریت آرا در</a:t>
          </a:r>
          <a:r>
            <a:rPr lang="en-GB" sz="3100" b="0" i="0" kern="1200" dirty="0"/>
            <a:t>K </a:t>
          </a:r>
          <a:r>
            <a:rPr lang="ar-SA" sz="3100" b="0" i="0" kern="1200" dirty="0"/>
            <a:t>همسایه نزدیک</a:t>
          </a:r>
          <a:endParaRPr lang="en-GB" sz="3100" kern="1200" dirty="0"/>
        </a:p>
      </dsp:txBody>
      <dsp:txXfrm>
        <a:off x="74777" y="3793066"/>
        <a:ext cx="9545472" cy="1083733"/>
      </dsp:txXfrm>
    </dsp:sp>
    <dsp:sp modelId="{5924772D-C767-4147-BB23-02012D46CD9B}">
      <dsp:nvSpPr>
        <dsp:cNvPr id="0" name=""/>
        <dsp:cNvSpPr/>
      </dsp:nvSpPr>
      <dsp:spPr>
        <a:xfrm>
          <a:off x="8942916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588ED-A7F8-4789-BB79-E649FB9C779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DEC8-FDF1-4DFB-A102-83D5465FE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65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DEC8-FDF1-4DFB-A102-83D5465FE6E6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14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82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86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59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74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9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1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28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95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87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46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1CA-A2CD-4851-86D8-2E7950FB1C5B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3E3546F-0484-46CE-A06B-76E07529D8B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10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6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gif"/><Relationship Id="rId5" Type="http://schemas.openxmlformats.org/officeDocument/2006/relationships/image" Target="../media/image33.gif"/><Relationship Id="rId4" Type="http://schemas.openxmlformats.org/officeDocument/2006/relationships/image" Target="../media/image32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2263D-9DF9-A187-7F5C-525C48A30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241030"/>
            <a:ext cx="8637073" cy="1102700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cs typeface="B Zar" panose="00000400000000000000" pitchFamily="2" charset="-78"/>
              </a:rPr>
              <a:t>یادگیری ماشین</a:t>
            </a:r>
            <a:endParaRPr lang="en-GB" dirty="0">
              <a:cs typeface="B Zar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5A36-BF19-5B3B-9E72-BDF1153A1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722848"/>
          </a:xfrm>
        </p:spPr>
        <p:txBody>
          <a:bodyPr>
            <a:noAutofit/>
          </a:bodyPr>
          <a:lstStyle/>
          <a:p>
            <a:pPr algn="ctr" rtl="1"/>
            <a:r>
              <a:rPr lang="en-US" sz="2000" b="1" dirty="0"/>
              <a:t>REZVAN.t</a:t>
            </a:r>
            <a:endParaRPr lang="fa-IR" sz="2000" b="1" dirty="0"/>
          </a:p>
          <a:p>
            <a:pPr algn="ctr" rtl="1"/>
            <a:endParaRPr lang="fa-IR" sz="2000" b="1" dirty="0"/>
          </a:p>
          <a:p>
            <a:pPr algn="ctr" rtl="1"/>
            <a:r>
              <a:rPr lang="fa-IR" sz="2000" b="1" dirty="0"/>
              <a:t>نوروز 1404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05014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8AF1-A96F-FA74-D9C2-EA0DEA03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 rtl="1"/>
            <a:r>
              <a:rPr lang="fa-IR" dirty="0"/>
              <a:t>مقدمه ای بر ماشین لرنینگ(</a:t>
            </a:r>
            <a:r>
              <a:rPr lang="en-US" dirty="0"/>
              <a:t>ml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EE72C-7277-D7D6-F38C-15E29010A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 rtl="1"/>
            <a:r>
              <a:rPr lang="en-US" dirty="0"/>
              <a:t>REZVAN.T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66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67C8-BA16-3E74-B75B-C0D3CEF2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4203"/>
            <a:ext cx="9603275" cy="639551"/>
          </a:xfrm>
        </p:spPr>
        <p:txBody>
          <a:bodyPr/>
          <a:lstStyle/>
          <a:p>
            <a:pPr algn="r" rtl="1"/>
            <a:r>
              <a:rPr lang="ar-SA" dirty="0"/>
              <a:t>تعریف </a:t>
            </a:r>
            <a:r>
              <a:rPr lang="en-US" dirty="0"/>
              <a:t>ML</a:t>
            </a:r>
            <a:r>
              <a:rPr lang="fa-IR" dirty="0"/>
              <a:t> 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F6D9-D47C-96CC-E829-A7AF108D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488813"/>
          </a:xfrm>
        </p:spPr>
        <p:txBody>
          <a:bodyPr>
            <a:noAutofit/>
          </a:bodyPr>
          <a:lstStyle/>
          <a:p>
            <a:pPr algn="r" rtl="1"/>
            <a:r>
              <a:rPr lang="ar-SA" sz="2300" dirty="0"/>
              <a:t>ماشین لرنینگ </a:t>
            </a:r>
            <a:r>
              <a:rPr lang="ar-SA" sz="2300" dirty="0">
                <a:solidFill>
                  <a:srgbClr val="FF0000"/>
                </a:solidFill>
              </a:rPr>
              <a:t>شاخه‌ای از هوش مصنوعی</a:t>
            </a:r>
            <a:r>
              <a:rPr lang="ar-SA" sz="2300" dirty="0"/>
              <a:t> است که به سیستم‌ها امکان می‌دهد بدون برنامه‌</a:t>
            </a:r>
            <a:r>
              <a:rPr lang="fa-IR" sz="2300" dirty="0"/>
              <a:t> </a:t>
            </a:r>
            <a:r>
              <a:rPr lang="ar-SA" sz="2300" dirty="0"/>
              <a:t>نویسی صریح، از داده‌ها یاد بگیرند و عملکرد خود را بهبود دهند</a:t>
            </a:r>
            <a:r>
              <a:rPr lang="fa-IR" sz="2300" dirty="0"/>
              <a:t>.</a:t>
            </a:r>
            <a:endParaRPr lang="ar-SA" sz="2300" dirty="0"/>
          </a:p>
          <a:p>
            <a:pPr algn="r" rtl="1"/>
            <a:r>
              <a:rPr lang="ar-SA" sz="2300" dirty="0"/>
              <a:t>شامل استفاده از الگوریتم‌هایی برای ساخت مدل‌هایی است که </a:t>
            </a:r>
            <a:r>
              <a:rPr lang="fa-IR" sz="2300" dirty="0">
                <a:solidFill>
                  <a:srgbClr val="FF0000"/>
                </a:solidFill>
              </a:rPr>
              <a:t>ویژگی ها </a:t>
            </a:r>
            <a:r>
              <a:rPr lang="fa-IR" sz="2300" dirty="0"/>
              <a:t>و </a:t>
            </a:r>
            <a:r>
              <a:rPr lang="ar-SA" sz="2300" dirty="0">
                <a:solidFill>
                  <a:srgbClr val="FF0000"/>
                </a:solidFill>
              </a:rPr>
              <a:t>الگوها</a:t>
            </a:r>
            <a:r>
              <a:rPr lang="fa-IR" sz="2300" dirty="0">
                <a:solidFill>
                  <a:srgbClr val="FF0000"/>
                </a:solidFill>
              </a:rPr>
              <a:t>یی</a:t>
            </a:r>
            <a:r>
              <a:rPr lang="ar-SA" sz="2300" dirty="0">
                <a:solidFill>
                  <a:srgbClr val="FF0000"/>
                </a:solidFill>
              </a:rPr>
              <a:t> </a:t>
            </a:r>
            <a:r>
              <a:rPr lang="ar-SA" sz="2300" dirty="0"/>
              <a:t>را از داده‌ها استخراج کرده و</a:t>
            </a:r>
            <a:r>
              <a:rPr lang="fa-IR" sz="2300" dirty="0"/>
              <a:t> و با توجه</a:t>
            </a:r>
            <a:r>
              <a:rPr lang="ar-SA" sz="2300" dirty="0"/>
              <a:t> </a:t>
            </a:r>
            <a:r>
              <a:rPr lang="fa-IR" sz="2300" dirty="0"/>
              <a:t>به آنها </a:t>
            </a:r>
            <a:r>
              <a:rPr lang="ar-SA" sz="2300" dirty="0">
                <a:solidFill>
                  <a:srgbClr val="FF0000"/>
                </a:solidFill>
              </a:rPr>
              <a:t>پیش‌بینی</a:t>
            </a:r>
            <a:r>
              <a:rPr lang="ar-SA" sz="2300" dirty="0"/>
              <a:t> یا </a:t>
            </a:r>
            <a:r>
              <a:rPr lang="ar-SA" sz="2300" dirty="0">
                <a:solidFill>
                  <a:srgbClr val="FF0000"/>
                </a:solidFill>
              </a:rPr>
              <a:t>تصمیم‌گیری</a:t>
            </a:r>
            <a:r>
              <a:rPr lang="ar-SA" sz="2300" dirty="0"/>
              <a:t> می‌کنند.</a:t>
            </a:r>
            <a:endParaRPr lang="fa-IR" sz="2300" dirty="0"/>
          </a:p>
          <a:p>
            <a:pPr algn="r" rtl="1"/>
            <a:r>
              <a:rPr lang="ar-SA" sz="2300" i="0" dirty="0">
                <a:solidFill>
                  <a:srgbClr val="FF0000"/>
                </a:solidFill>
                <a:effectLst/>
                <a:latin typeface="iranyekan"/>
              </a:rPr>
              <a:t>داده</a:t>
            </a:r>
            <a:r>
              <a:rPr lang="ar-SA" sz="2300" i="0" dirty="0">
                <a:solidFill>
                  <a:srgbClr val="303030"/>
                </a:solidFill>
                <a:effectLst/>
                <a:latin typeface="iranyekan"/>
              </a:rPr>
              <a:t> یک رکن اساسی است</a:t>
            </a:r>
            <a:endParaRPr lang="ar-SA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6ADE14-EA77-4FD8-ABA7-CC906B9BD8EC}"/>
              </a:ext>
            </a:extLst>
          </p:cNvPr>
          <p:cNvSpPr/>
          <p:nvPr/>
        </p:nvSpPr>
        <p:spPr>
          <a:xfrm>
            <a:off x="1451578" y="4504545"/>
            <a:ext cx="9603275" cy="16039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Machine Learning is the field of study that gives computers the ability to</a:t>
            </a:r>
            <a:endParaRPr lang="fa-IR" sz="2200" dirty="0">
              <a:solidFill>
                <a:srgbClr val="FF0000"/>
              </a:solidFill>
            </a:endParaRPr>
          </a:p>
          <a:p>
            <a:pPr algn="ctr"/>
            <a:r>
              <a:rPr lang="en-US" sz="2200" dirty="0">
                <a:solidFill>
                  <a:srgbClr val="FF0000"/>
                </a:solidFill>
              </a:rPr>
              <a:t>learn without being explicitly programmed. —Arthur Samuel, 1959</a:t>
            </a:r>
            <a:endParaRPr lang="en-GB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78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FA60FB-759F-5DF4-AFB7-5469B60C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5" y="104932"/>
            <a:ext cx="11842230" cy="592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5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یادگیری ماشین">
            <a:extLst>
              <a:ext uri="{FF2B5EF4-FFF2-40B4-BE49-F238E27FC236}">
                <a16:creationId xmlns:a16="http://schemas.microsoft.com/office/drawing/2014/main" id="{730D8CAE-A6BF-9FA8-B9CD-6744E194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293" y="271308"/>
            <a:ext cx="5253037" cy="456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تعریف یادگیری ماشین">
            <a:extLst>
              <a:ext uri="{FF2B5EF4-FFF2-40B4-BE49-F238E27FC236}">
                <a16:creationId xmlns:a16="http://schemas.microsoft.com/office/drawing/2014/main" id="{6B4468AF-44E7-C21A-D652-47CD9DBCF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0" y="271307"/>
            <a:ext cx="5306519" cy="46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706938-0E5E-BB25-F8D8-1C438F1DFA4B}"/>
              </a:ext>
            </a:extLst>
          </p:cNvPr>
          <p:cNvSpPr txBox="1"/>
          <p:nvPr/>
        </p:nvSpPr>
        <p:spPr>
          <a:xfrm>
            <a:off x="7709433" y="5209081"/>
            <a:ext cx="2660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dirty="0"/>
              <a:t>دیاگرام برنامه‌ریزی مستقیم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D546F-461B-4FCF-D737-122845183C7E}"/>
              </a:ext>
            </a:extLst>
          </p:cNvPr>
          <p:cNvSpPr txBox="1"/>
          <p:nvPr/>
        </p:nvSpPr>
        <p:spPr>
          <a:xfrm>
            <a:off x="1487773" y="5209080"/>
            <a:ext cx="32753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2200" dirty="0"/>
              <a:t>دیاگرام الگوریتم یادگیری ماشین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15838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DB2B-D25F-7782-D159-E4791E75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6669"/>
            <a:ext cx="9603275" cy="587085"/>
          </a:xfrm>
        </p:spPr>
        <p:txBody>
          <a:bodyPr/>
          <a:lstStyle/>
          <a:p>
            <a:pPr algn="r" rtl="1"/>
            <a:r>
              <a:rPr lang="ar-SA" b="1" dirty="0"/>
              <a:t>تفاوت با برنامه‌نویسی سنتی</a:t>
            </a:r>
            <a:r>
              <a:rPr lang="ar-SA" dirty="0"/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0F7B3-D7C4-11C4-1C09-AA4786AF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321" y="2015732"/>
            <a:ext cx="10020534" cy="1791769"/>
          </a:xfrm>
        </p:spPr>
        <p:txBody>
          <a:bodyPr>
            <a:normAutofit/>
          </a:bodyPr>
          <a:lstStyle/>
          <a:p>
            <a:pPr algn="r" rtl="1"/>
            <a:r>
              <a:rPr lang="ar-SA" sz="2400" dirty="0"/>
              <a:t>در برنامه‌نویسی سنتی، برنامه‌نویس </a:t>
            </a:r>
            <a:r>
              <a:rPr lang="ar-SA" sz="2400" dirty="0">
                <a:solidFill>
                  <a:srgbClr val="FF0000"/>
                </a:solidFill>
              </a:rPr>
              <a:t>قوانین</a:t>
            </a:r>
            <a:r>
              <a:rPr lang="ar-SA" sz="2400" dirty="0"/>
              <a:t> را به </a:t>
            </a:r>
            <a:r>
              <a:rPr lang="ar-SA" sz="2400" dirty="0">
                <a:solidFill>
                  <a:srgbClr val="FF0000"/>
                </a:solidFill>
              </a:rPr>
              <a:t>صورت دستی </a:t>
            </a:r>
            <a:r>
              <a:rPr lang="ar-SA" sz="2400" dirty="0"/>
              <a:t>تعریف می‌کند (مثلاً اگر دما &gt; 30</a:t>
            </a:r>
            <a:r>
              <a:rPr lang="fa-IR" sz="2400" dirty="0"/>
              <a:t> </a:t>
            </a:r>
            <a:r>
              <a:rPr lang="ar-SA" sz="2400" dirty="0"/>
              <a:t>، کولر روشن شود).</a:t>
            </a:r>
            <a:endParaRPr lang="fa-IR" sz="2400" dirty="0"/>
          </a:p>
          <a:p>
            <a:pPr algn="r" rtl="1"/>
            <a:r>
              <a:rPr lang="ar-SA" sz="2400" dirty="0"/>
              <a:t>در </a:t>
            </a:r>
            <a:r>
              <a:rPr lang="en-US" sz="2400" dirty="0"/>
              <a:t>ML</a:t>
            </a:r>
            <a:r>
              <a:rPr lang="fa-IR" sz="2400" dirty="0"/>
              <a:t> </a:t>
            </a:r>
            <a:r>
              <a:rPr lang="ar-SA" sz="2400" dirty="0"/>
              <a:t>، </a:t>
            </a:r>
            <a:r>
              <a:rPr lang="ar-SA" sz="2400" dirty="0">
                <a:solidFill>
                  <a:srgbClr val="FF0000"/>
                </a:solidFill>
              </a:rPr>
              <a:t>الگوریتم با تحلیل داده‌ها </a:t>
            </a:r>
            <a:r>
              <a:rPr lang="ar-SA" sz="2400" dirty="0"/>
              <a:t>(مثل دما و رفتار کاربر) خودش قوانین را یاد می‌گیرد.</a:t>
            </a:r>
            <a:endParaRPr lang="fa-IR" sz="2400" dirty="0"/>
          </a:p>
        </p:txBody>
      </p:sp>
    </p:spTree>
    <p:extLst>
      <p:ext uri="{BB962C8B-B14F-4D97-AF65-F5344CB8AC3E}">
        <p14:creationId xmlns:p14="http://schemas.microsoft.com/office/powerpoint/2010/main" val="334937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CE4FDB-6FF6-2D6C-358B-976B9A7C69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870045"/>
              </p:ext>
            </p:extLst>
          </p:nvPr>
        </p:nvGraphicFramePr>
        <p:xfrm>
          <a:off x="0" y="0"/>
          <a:ext cx="12192000" cy="612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E5DDAC-327D-8A24-B0E8-0AF3250F8B84}"/>
              </a:ext>
            </a:extLst>
          </p:cNvPr>
          <p:cNvSpPr txBox="1"/>
          <p:nvPr/>
        </p:nvSpPr>
        <p:spPr>
          <a:xfrm>
            <a:off x="6483245" y="5493895"/>
            <a:ext cx="4084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b="0" i="0" dirty="0">
                <a:solidFill>
                  <a:srgbClr val="303030"/>
                </a:solidFill>
                <a:effectLst/>
                <a:highlight>
                  <a:srgbClr val="FFCC99"/>
                </a:highlight>
                <a:latin typeface="iranyekan"/>
              </a:rPr>
              <a:t>بسیاری از مفاهیم و اصول یادگیری عمیق ریشه در یادگیری ماشین کلاسیک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866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D8C3-65C6-D87B-5AEE-9A18C609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4184"/>
            <a:ext cx="9603275" cy="609570"/>
          </a:xfrm>
        </p:spPr>
        <p:txBody>
          <a:bodyPr/>
          <a:lstStyle/>
          <a:p>
            <a:pPr algn="r" rtl="1"/>
            <a:r>
              <a:rPr lang="ar-SA" b="1" dirty="0"/>
              <a:t>تاریخچه مختصر</a:t>
            </a:r>
            <a:r>
              <a:rPr lang="ar-SA" dirty="0"/>
              <a:t>: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3CC903-075F-21B4-7C8C-D2C5AB5078DC}"/>
              </a:ext>
            </a:extLst>
          </p:cNvPr>
          <p:cNvGrpSpPr/>
          <p:nvPr/>
        </p:nvGrpSpPr>
        <p:grpSpPr>
          <a:xfrm flipH="1">
            <a:off x="1452750" y="2008679"/>
            <a:ext cx="9602104" cy="4714409"/>
            <a:chOff x="1451577" y="2008680"/>
            <a:chExt cx="9602104" cy="439961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DC5F2FB-4802-77A7-4902-C164BE7477A1}"/>
                </a:ext>
              </a:extLst>
            </p:cNvPr>
            <p:cNvSpPr/>
            <p:nvPr/>
          </p:nvSpPr>
          <p:spPr>
            <a:xfrm>
              <a:off x="1451577" y="2008680"/>
              <a:ext cx="3047915" cy="4399614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6401" tIns="879923" rIns="406797" bIns="879924" numCol="1" spcCol="1270" anchor="t" anchorCtr="0">
              <a:noAutofit/>
            </a:bodyPr>
            <a:lstStyle/>
            <a:p>
              <a:pPr marL="0" lvl="0" indent="0" algn="r" defTabSz="2844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a-IR" sz="4500" kern="1200" dirty="0"/>
                <a:t>دهه1950</a:t>
              </a:r>
              <a:endParaRPr lang="en-GB" sz="4500" kern="1200" dirty="0"/>
            </a:p>
            <a:p>
              <a:pPr marL="285750" lvl="1" indent="-285750" algn="r" defTabSz="22225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ar-SA" sz="2400" dirty="0"/>
                <a:t>اختراع </a:t>
              </a:r>
              <a:r>
                <a:rPr lang="en-GB" sz="2400" dirty="0"/>
                <a:t>Perceptron </a:t>
              </a:r>
              <a:r>
                <a:rPr lang="ar-SA" sz="2400" dirty="0"/>
                <a:t>توسط </a:t>
              </a:r>
              <a:r>
                <a:rPr lang="en-GB" sz="2400" dirty="0"/>
                <a:t>Frank Rosenblatt</a:t>
              </a:r>
            </a:p>
            <a:p>
              <a:pPr marL="285750" lvl="1" indent="-285750" algn="r" defTabSz="22225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ar-SA" sz="2400" dirty="0"/>
                <a:t>اولین مدل شبکه عصبی برای شناسایی الگوها</a:t>
              </a:r>
              <a:endParaRPr lang="en-GB" sz="24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09AB7F6-CB18-C7C9-4856-80D08AE89E08}"/>
                </a:ext>
              </a:extLst>
            </p:cNvPr>
            <p:cNvSpPr/>
            <p:nvPr/>
          </p:nvSpPr>
          <p:spPr>
            <a:xfrm rot="21600000">
              <a:off x="4729258" y="2008680"/>
              <a:ext cx="3047915" cy="4399614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6401" tIns="879923" rIns="406797" bIns="879924" numCol="1" spcCol="1270" anchor="t" anchorCtr="0">
              <a:noAutofit/>
            </a:bodyPr>
            <a:lstStyle/>
            <a:p>
              <a:pPr marL="0" lvl="0" indent="0" algn="r" defTabSz="2844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a-IR" sz="5000" kern="1200" dirty="0"/>
                <a:t>دهه1980</a:t>
              </a:r>
              <a:endParaRPr lang="en-GB" sz="5000" kern="1200" dirty="0"/>
            </a:p>
            <a:p>
              <a:pPr marL="285750" lvl="1" indent="-285750" algn="r" defTabSz="22225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ar-SA" sz="2400" dirty="0"/>
                <a:t>توسعه الگوریتم‌هایی مثل </a:t>
              </a:r>
              <a:r>
                <a:rPr lang="en-GB" sz="2400" dirty="0"/>
                <a:t>Decision Trees </a:t>
              </a:r>
              <a:r>
                <a:rPr lang="ar-SA" sz="2400" dirty="0"/>
                <a:t>و </a:t>
              </a:r>
              <a:r>
                <a:rPr lang="en-GB" sz="2400" dirty="0"/>
                <a:t>Support Vector Machines</a:t>
              </a:r>
              <a:endParaRPr lang="en-GB" sz="2400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491C9D5-2890-A5BB-E2FE-8B2CA28495E7}"/>
                </a:ext>
              </a:extLst>
            </p:cNvPr>
            <p:cNvSpPr/>
            <p:nvPr/>
          </p:nvSpPr>
          <p:spPr>
            <a:xfrm rot="21600000">
              <a:off x="8005766" y="2008680"/>
              <a:ext cx="3047915" cy="4399614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6401" tIns="879923" rIns="406797" bIns="879924" numCol="1" spcCol="1270" anchor="t" anchorCtr="0">
              <a:noAutofit/>
            </a:bodyPr>
            <a:lstStyle/>
            <a:p>
              <a:pPr marL="0" lvl="0" indent="0" algn="r" defTabSz="2844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a-IR" sz="5000" dirty="0"/>
                <a:t>دهه2010</a:t>
              </a:r>
              <a:endParaRPr lang="en-GB" sz="5000" kern="1200" dirty="0"/>
            </a:p>
            <a:p>
              <a:pPr marL="285750" lvl="1" indent="-285750" algn="r" defTabSz="22225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ar-SA" sz="2400" dirty="0"/>
                <a:t>جهش بزرگ با یادگیری عمیق به لطف قدرت </a:t>
              </a:r>
              <a:r>
                <a:rPr lang="en-GB" sz="2400" dirty="0"/>
                <a:t>GPU</a:t>
              </a:r>
              <a:r>
                <a:rPr lang="ar-SA" sz="2400" dirty="0"/>
                <a:t>ها و داده‌های عظیم</a:t>
              </a:r>
              <a:endParaRPr lang="en-GB" sz="2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6446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5108DBE-AE13-816B-6A63-5E09FCA79C2A}"/>
              </a:ext>
            </a:extLst>
          </p:cNvPr>
          <p:cNvGrpSpPr/>
          <p:nvPr/>
        </p:nvGrpSpPr>
        <p:grpSpPr>
          <a:xfrm flipH="1">
            <a:off x="6026045" y="142404"/>
            <a:ext cx="6078703" cy="5898630"/>
            <a:chOff x="2035968" y="1279028"/>
            <a:chExt cx="8120064" cy="42999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47D2B2A-3240-68E6-AD0A-3BD672F50EA1}"/>
                </a:ext>
              </a:extLst>
            </p:cNvPr>
            <p:cNvSpPr/>
            <p:nvPr/>
          </p:nvSpPr>
          <p:spPr>
            <a:xfrm>
              <a:off x="5726906" y="3880645"/>
              <a:ext cx="738187" cy="158710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69093" y="0"/>
                  </a:lnTo>
                  <a:lnTo>
                    <a:pt x="369093" y="1587103"/>
                  </a:lnTo>
                  <a:lnTo>
                    <a:pt x="738187" y="158710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523255F-1185-0146-E09E-CB68EF812699}"/>
                </a:ext>
              </a:extLst>
            </p:cNvPr>
            <p:cNvSpPr/>
            <p:nvPr/>
          </p:nvSpPr>
          <p:spPr>
            <a:xfrm>
              <a:off x="5726908" y="3374721"/>
              <a:ext cx="738187" cy="10855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45720"/>
                  </a:moveTo>
                  <a:lnTo>
                    <a:pt x="738187" y="45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FD57C31-4AE0-E41A-0002-D9B6BD1C7B94}"/>
                </a:ext>
              </a:extLst>
            </p:cNvPr>
            <p:cNvSpPr/>
            <p:nvPr/>
          </p:nvSpPr>
          <p:spPr>
            <a:xfrm>
              <a:off x="5726906" y="1841896"/>
              <a:ext cx="738187" cy="158710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1587103"/>
                  </a:moveTo>
                  <a:lnTo>
                    <a:pt x="369093" y="1587103"/>
                  </a:lnTo>
                  <a:lnTo>
                    <a:pt x="369093" y="0"/>
                  </a:lnTo>
                  <a:lnTo>
                    <a:pt x="738187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64043E3-090D-9959-BCCB-FC6AD18609F6}"/>
                </a:ext>
              </a:extLst>
            </p:cNvPr>
            <p:cNvSpPr/>
            <p:nvPr/>
          </p:nvSpPr>
          <p:spPr>
            <a:xfrm>
              <a:off x="2035968" y="2866131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3000" b="1" dirty="0"/>
                <a:t>اهمیت در دنیای امروز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FFAE17-16FE-BB06-E182-4C01981D1596}"/>
                </a:ext>
              </a:extLst>
            </p:cNvPr>
            <p:cNvSpPr/>
            <p:nvPr/>
          </p:nvSpPr>
          <p:spPr>
            <a:xfrm>
              <a:off x="6465093" y="1279028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3000" dirty="0"/>
                <a:t>پزشکی</a:t>
              </a:r>
              <a:endParaRPr lang="fa-IR" sz="3000" dirty="0"/>
            </a:p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2400" dirty="0"/>
                <a:t>تشخیص زودهنگام سرطان با تحلیل تصاویر پزشکی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E30A83F-9B03-EA0E-0D91-60D88DF57CFB}"/>
                </a:ext>
              </a:extLst>
            </p:cNvPr>
            <p:cNvSpPr/>
            <p:nvPr/>
          </p:nvSpPr>
          <p:spPr>
            <a:xfrm>
              <a:off x="6465095" y="2850206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3000" dirty="0"/>
                <a:t>مالی</a:t>
              </a:r>
              <a:endParaRPr lang="fa-IR" sz="3000" dirty="0"/>
            </a:p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2300" dirty="0"/>
                <a:t>کشف تقلب در تراکنش‌ها با شناسایی الگوهای غیرعادی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D329691-D9F0-4A48-A0FE-FC94DCA2BF79}"/>
                </a:ext>
              </a:extLst>
            </p:cNvPr>
            <p:cNvSpPr/>
            <p:nvPr/>
          </p:nvSpPr>
          <p:spPr>
            <a:xfrm>
              <a:off x="6465093" y="4453234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3000" dirty="0"/>
                <a:t>فناوری</a:t>
              </a:r>
              <a:endParaRPr lang="fa-IR" sz="3000" dirty="0"/>
            </a:p>
            <a:p>
              <a:pPr algn="ctr" defTabSz="2889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2300" dirty="0"/>
                <a:t>خودروهای خودران، چت‌بات‌ها، و سیستم‌های تشخیص گفتار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EB1C22-2DF4-2377-A494-FBBF6132D65A}"/>
              </a:ext>
            </a:extLst>
          </p:cNvPr>
          <p:cNvGrpSpPr/>
          <p:nvPr/>
        </p:nvGrpSpPr>
        <p:grpSpPr>
          <a:xfrm flipH="1">
            <a:off x="217356" y="142403"/>
            <a:ext cx="5478906" cy="5898630"/>
            <a:chOff x="2035971" y="1279028"/>
            <a:chExt cx="8120061" cy="429994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BBE5394-7C7A-0AEA-66F0-B970E3DC28EA}"/>
                </a:ext>
              </a:extLst>
            </p:cNvPr>
            <p:cNvSpPr/>
            <p:nvPr/>
          </p:nvSpPr>
          <p:spPr>
            <a:xfrm>
              <a:off x="5726906" y="3880645"/>
              <a:ext cx="738187" cy="158710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69093" y="0"/>
                  </a:lnTo>
                  <a:lnTo>
                    <a:pt x="369093" y="1587103"/>
                  </a:lnTo>
                  <a:lnTo>
                    <a:pt x="738187" y="158710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C0CC74-F2FD-9FEF-7EDE-8EAE1A2AB7BB}"/>
                </a:ext>
              </a:extLst>
            </p:cNvPr>
            <p:cNvSpPr/>
            <p:nvPr/>
          </p:nvSpPr>
          <p:spPr>
            <a:xfrm>
              <a:off x="5726908" y="3374721"/>
              <a:ext cx="738187" cy="10855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45720"/>
                  </a:moveTo>
                  <a:lnTo>
                    <a:pt x="738187" y="45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FAB8AF-9EE0-2C93-F4BB-81B8E78F5327}"/>
                </a:ext>
              </a:extLst>
            </p:cNvPr>
            <p:cNvSpPr/>
            <p:nvPr/>
          </p:nvSpPr>
          <p:spPr>
            <a:xfrm>
              <a:off x="5726906" y="1841896"/>
              <a:ext cx="738187" cy="158710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1587103"/>
                  </a:moveTo>
                  <a:lnTo>
                    <a:pt x="369093" y="1587103"/>
                  </a:lnTo>
                  <a:lnTo>
                    <a:pt x="369093" y="0"/>
                  </a:lnTo>
                  <a:lnTo>
                    <a:pt x="738187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E0607C-E0E8-ED1D-879B-1A1C65AAEF19}"/>
                </a:ext>
              </a:extLst>
            </p:cNvPr>
            <p:cNvSpPr/>
            <p:nvPr/>
          </p:nvSpPr>
          <p:spPr>
            <a:xfrm>
              <a:off x="2035971" y="2866131"/>
              <a:ext cx="3690934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r>
                <a:rPr lang="ar-SA" sz="3200" dirty="0"/>
                <a:t>کاربردهای عملی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EBF60C-1E51-7856-5B95-49F484A0008B}"/>
                </a:ext>
              </a:extLst>
            </p:cNvPr>
            <p:cNvSpPr/>
            <p:nvPr/>
          </p:nvSpPr>
          <p:spPr>
            <a:xfrm>
              <a:off x="6465093" y="1279028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rtl="1"/>
              <a:r>
                <a:rPr lang="ar-SA" sz="2600" dirty="0"/>
                <a:t>فیلتر کردن اسپم در ایمیل‌ها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A1293A-6DAC-272A-8B7C-DC36BB210E29}"/>
                </a:ext>
              </a:extLst>
            </p:cNvPr>
            <p:cNvSpPr/>
            <p:nvPr/>
          </p:nvSpPr>
          <p:spPr>
            <a:xfrm>
              <a:off x="6465095" y="2850206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rtl="1"/>
              <a:r>
                <a:rPr lang="ar-SA" sz="2600" dirty="0"/>
                <a:t>پیشنهاد محتوا در پلتفرم‌هایی مثل یوتیوب و اسپاتیفای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247EF5-CF80-FA8B-E3D6-C1A57A91FBBA}"/>
                </a:ext>
              </a:extLst>
            </p:cNvPr>
            <p:cNvSpPr/>
            <p:nvPr/>
          </p:nvSpPr>
          <p:spPr>
            <a:xfrm>
              <a:off x="6465093" y="4453234"/>
              <a:ext cx="3690937" cy="1125735"/>
            </a:xfrm>
            <a:custGeom>
              <a:avLst/>
              <a:gdLst>
                <a:gd name="connsiteX0" fmla="*/ 0 w 3690937"/>
                <a:gd name="connsiteY0" fmla="*/ 0 h 1125735"/>
                <a:gd name="connsiteX1" fmla="*/ 3690937 w 3690937"/>
                <a:gd name="connsiteY1" fmla="*/ 0 h 1125735"/>
                <a:gd name="connsiteX2" fmla="*/ 3690937 w 3690937"/>
                <a:gd name="connsiteY2" fmla="*/ 1125735 h 1125735"/>
                <a:gd name="connsiteX3" fmla="*/ 0 w 3690937"/>
                <a:gd name="connsiteY3" fmla="*/ 1125735 h 1125735"/>
                <a:gd name="connsiteX4" fmla="*/ 0 w 3690937"/>
                <a:gd name="connsiteY4" fmla="*/ 0 h 112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0937" h="1125735">
                  <a:moveTo>
                    <a:pt x="0" y="0"/>
                  </a:moveTo>
                  <a:lnTo>
                    <a:pt x="3690937" y="0"/>
                  </a:lnTo>
                  <a:lnTo>
                    <a:pt x="3690937" y="1125735"/>
                  </a:lnTo>
                  <a:lnTo>
                    <a:pt x="0" y="11257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5" tIns="41275" rIns="41275" bIns="41275" numCol="1" spcCol="1270" anchor="ctr" anchorCtr="0">
              <a:noAutofit/>
            </a:bodyPr>
            <a:lstStyle/>
            <a:p>
              <a:pPr algn="ctr" rtl="1"/>
              <a:r>
                <a:rPr lang="ar-SA" sz="2600" dirty="0"/>
                <a:t>بهینه‌</a:t>
              </a:r>
              <a:r>
                <a:rPr lang="fa-IR" sz="2600" dirty="0"/>
                <a:t> </a:t>
              </a:r>
              <a:r>
                <a:rPr lang="ar-SA" sz="2600" dirty="0"/>
                <a:t>سازی مسیر در اپلیکیشن‌های نقشه مانند </a:t>
              </a:r>
              <a:r>
                <a:rPr lang="en-GB" sz="2600" dirty="0"/>
                <a:t>Google Maps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807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91DD-9B11-0A6F-4892-875776AE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9193"/>
            <a:ext cx="9603275" cy="624561"/>
          </a:xfrm>
        </p:spPr>
        <p:txBody>
          <a:bodyPr/>
          <a:lstStyle/>
          <a:p>
            <a:pPr algn="r" rtl="1"/>
            <a:r>
              <a:rPr lang="ar-SA" dirty="0"/>
              <a:t>فرآیند ماشین لرنینگ</a:t>
            </a:r>
            <a:r>
              <a:rPr lang="fa-IR" dirty="0"/>
              <a:t>:</a:t>
            </a:r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F98256-88DA-4CB4-4E5C-56D1FA27E5C9}"/>
              </a:ext>
            </a:extLst>
          </p:cNvPr>
          <p:cNvGrpSpPr/>
          <p:nvPr/>
        </p:nvGrpSpPr>
        <p:grpSpPr>
          <a:xfrm flipH="1">
            <a:off x="3493452" y="2016125"/>
            <a:ext cx="5519420" cy="3449638"/>
            <a:chOff x="3493452" y="2016125"/>
            <a:chExt cx="5519420" cy="3449638"/>
          </a:xfrm>
        </p:grpSpPr>
        <p:sp>
          <p:nvSpPr>
            <p:cNvPr id="24" name="Shape 23">
              <a:extLst>
                <a:ext uri="{FF2B5EF4-FFF2-40B4-BE49-F238E27FC236}">
                  <a16:creationId xmlns:a16="http://schemas.microsoft.com/office/drawing/2014/main" id="{78473100-72B2-EEB1-BD57-BCED2B2CAE9F}"/>
                </a:ext>
              </a:extLst>
            </p:cNvPr>
            <p:cNvSpPr/>
            <p:nvPr/>
          </p:nvSpPr>
          <p:spPr>
            <a:xfrm>
              <a:off x="3493452" y="2016125"/>
              <a:ext cx="5519420" cy="3449638"/>
            </a:xfrm>
            <a:prstGeom prst="swooshArrow">
              <a:avLst>
                <a:gd name="adj1" fmla="val 25000"/>
                <a:gd name="adj2" fmla="val 25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B8C45A-8015-A10F-FDEA-64DD6B63BAF0}"/>
                </a:ext>
              </a:extLst>
            </p:cNvPr>
            <p:cNvSpPr/>
            <p:nvPr/>
          </p:nvSpPr>
          <p:spPr>
            <a:xfrm>
              <a:off x="4037115" y="4581275"/>
              <a:ext cx="126946" cy="12694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D3159A-6666-B2CA-A2BD-1972431A3CC8}"/>
                </a:ext>
              </a:extLst>
            </p:cNvPr>
            <p:cNvSpPr/>
            <p:nvPr/>
          </p:nvSpPr>
          <p:spPr>
            <a:xfrm>
              <a:off x="4100588" y="4644749"/>
              <a:ext cx="943820" cy="821013"/>
            </a:xfrm>
            <a:custGeom>
              <a:avLst/>
              <a:gdLst>
                <a:gd name="connsiteX0" fmla="*/ 0 w 943820"/>
                <a:gd name="connsiteY0" fmla="*/ 0 h 821013"/>
                <a:gd name="connsiteX1" fmla="*/ 943820 w 943820"/>
                <a:gd name="connsiteY1" fmla="*/ 0 h 821013"/>
                <a:gd name="connsiteX2" fmla="*/ 943820 w 943820"/>
                <a:gd name="connsiteY2" fmla="*/ 821013 h 821013"/>
                <a:gd name="connsiteX3" fmla="*/ 0 w 943820"/>
                <a:gd name="connsiteY3" fmla="*/ 821013 h 821013"/>
                <a:gd name="connsiteX4" fmla="*/ 0 w 943820"/>
                <a:gd name="connsiteY4" fmla="*/ 0 h 82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3820" h="821013">
                  <a:moveTo>
                    <a:pt x="0" y="0"/>
                  </a:moveTo>
                  <a:lnTo>
                    <a:pt x="943820" y="0"/>
                  </a:lnTo>
                  <a:lnTo>
                    <a:pt x="943820" y="821013"/>
                  </a:lnTo>
                  <a:lnTo>
                    <a:pt x="0" y="8210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7266" tIns="0" rIns="0" bIns="0" numCol="1" spcCol="1270" anchor="t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SA" sz="2400" kern="1200" dirty="0"/>
                <a:t>داده‌های خام</a:t>
              </a:r>
              <a:endParaRPr lang="en-GB" sz="2400" kern="120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678B01A-9CFD-4F40-A0BA-9E296802B61A}"/>
                </a:ext>
              </a:extLst>
            </p:cNvPr>
            <p:cNvSpPr/>
            <p:nvPr/>
          </p:nvSpPr>
          <p:spPr>
            <a:xfrm>
              <a:off x="4934020" y="3778890"/>
              <a:ext cx="220776" cy="22077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31DE5E2-1DA1-F1D5-2829-FE257C8D197E}"/>
                </a:ext>
              </a:extLst>
            </p:cNvPr>
            <p:cNvSpPr/>
            <p:nvPr/>
          </p:nvSpPr>
          <p:spPr>
            <a:xfrm>
              <a:off x="5044408" y="3970464"/>
              <a:ext cx="1388819" cy="593100"/>
            </a:xfrm>
            <a:custGeom>
              <a:avLst/>
              <a:gdLst>
                <a:gd name="connsiteX0" fmla="*/ 0 w 1388819"/>
                <a:gd name="connsiteY0" fmla="*/ 0 h 1576484"/>
                <a:gd name="connsiteX1" fmla="*/ 1388819 w 1388819"/>
                <a:gd name="connsiteY1" fmla="*/ 0 h 1576484"/>
                <a:gd name="connsiteX2" fmla="*/ 1388819 w 1388819"/>
                <a:gd name="connsiteY2" fmla="*/ 1576484 h 1576484"/>
                <a:gd name="connsiteX3" fmla="*/ 0 w 1388819"/>
                <a:gd name="connsiteY3" fmla="*/ 1576484 h 1576484"/>
                <a:gd name="connsiteX4" fmla="*/ 0 w 1388819"/>
                <a:gd name="connsiteY4" fmla="*/ 0 h 1576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8819" h="1576484">
                  <a:moveTo>
                    <a:pt x="0" y="0"/>
                  </a:moveTo>
                  <a:lnTo>
                    <a:pt x="1388819" y="0"/>
                  </a:lnTo>
                  <a:lnTo>
                    <a:pt x="1388819" y="1576484"/>
                  </a:lnTo>
                  <a:lnTo>
                    <a:pt x="0" y="15764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6985" tIns="0" rIns="0" bIns="0" numCol="1" spcCol="1270" anchor="t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SA" sz="2400" kern="1200" dirty="0"/>
                <a:t>پیش‌پردازش</a:t>
              </a:r>
              <a:endParaRPr lang="en-GB" sz="2400" kern="12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DDE1722-FD24-4CF8-7D0B-7816D1E69843}"/>
                </a:ext>
              </a:extLst>
            </p:cNvPr>
            <p:cNvSpPr/>
            <p:nvPr/>
          </p:nvSpPr>
          <p:spPr>
            <a:xfrm>
              <a:off x="6079300" y="3187622"/>
              <a:ext cx="292529" cy="29252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A449A75-835C-B937-C2A8-38E1DE65F445}"/>
                </a:ext>
              </a:extLst>
            </p:cNvPr>
            <p:cNvSpPr/>
            <p:nvPr/>
          </p:nvSpPr>
          <p:spPr>
            <a:xfrm>
              <a:off x="6225565" y="3487025"/>
              <a:ext cx="1159078" cy="1025922"/>
            </a:xfrm>
            <a:custGeom>
              <a:avLst/>
              <a:gdLst>
                <a:gd name="connsiteX0" fmla="*/ 0 w 1159078"/>
                <a:gd name="connsiteY0" fmla="*/ 0 h 2131876"/>
                <a:gd name="connsiteX1" fmla="*/ 1159078 w 1159078"/>
                <a:gd name="connsiteY1" fmla="*/ 0 h 2131876"/>
                <a:gd name="connsiteX2" fmla="*/ 1159078 w 1159078"/>
                <a:gd name="connsiteY2" fmla="*/ 2131876 h 2131876"/>
                <a:gd name="connsiteX3" fmla="*/ 0 w 1159078"/>
                <a:gd name="connsiteY3" fmla="*/ 2131876 h 2131876"/>
                <a:gd name="connsiteX4" fmla="*/ 0 w 1159078"/>
                <a:gd name="connsiteY4" fmla="*/ 0 h 21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078" h="2131876">
                  <a:moveTo>
                    <a:pt x="0" y="0"/>
                  </a:moveTo>
                  <a:lnTo>
                    <a:pt x="1159078" y="0"/>
                  </a:lnTo>
                  <a:lnTo>
                    <a:pt x="1159078" y="2131876"/>
                  </a:lnTo>
                  <a:lnTo>
                    <a:pt x="0" y="213187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5005" tIns="0" rIns="0" bIns="0" numCol="1" spcCol="1270" anchor="t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SA" sz="2400" kern="1200" dirty="0"/>
                <a:t>الگوریتم یادگیری</a:t>
              </a:r>
              <a:endParaRPr lang="en-GB" sz="2400" kern="120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3B30E05-C592-1421-0384-A9C0A6277B9C}"/>
                </a:ext>
              </a:extLst>
            </p:cNvPr>
            <p:cNvSpPr/>
            <p:nvPr/>
          </p:nvSpPr>
          <p:spPr>
            <a:xfrm>
              <a:off x="7326689" y="2796433"/>
              <a:ext cx="391878" cy="39187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04B500A-0072-E4E9-7AC1-58D8114747E7}"/>
                </a:ext>
              </a:extLst>
            </p:cNvPr>
            <p:cNvSpPr/>
            <p:nvPr/>
          </p:nvSpPr>
          <p:spPr>
            <a:xfrm>
              <a:off x="7397616" y="3136571"/>
              <a:ext cx="1588992" cy="700909"/>
            </a:xfrm>
            <a:custGeom>
              <a:avLst/>
              <a:gdLst>
                <a:gd name="connsiteX0" fmla="*/ 0 w 1588992"/>
                <a:gd name="connsiteY0" fmla="*/ 0 h 700909"/>
                <a:gd name="connsiteX1" fmla="*/ 1588992 w 1588992"/>
                <a:gd name="connsiteY1" fmla="*/ 0 h 700909"/>
                <a:gd name="connsiteX2" fmla="*/ 1588992 w 1588992"/>
                <a:gd name="connsiteY2" fmla="*/ 700909 h 700909"/>
                <a:gd name="connsiteX3" fmla="*/ 0 w 1588992"/>
                <a:gd name="connsiteY3" fmla="*/ 700909 h 700909"/>
                <a:gd name="connsiteX4" fmla="*/ 0 w 1588992"/>
                <a:gd name="connsiteY4" fmla="*/ 0 h 700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8992" h="700909">
                  <a:moveTo>
                    <a:pt x="0" y="0"/>
                  </a:moveTo>
                  <a:lnTo>
                    <a:pt x="1588992" y="0"/>
                  </a:lnTo>
                  <a:lnTo>
                    <a:pt x="1588992" y="700909"/>
                  </a:lnTo>
                  <a:lnTo>
                    <a:pt x="0" y="7009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7648" tIns="0" rIns="0" bIns="0" numCol="1" spcCol="1270" anchor="t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SA" sz="2400" kern="1200" dirty="0"/>
                <a:t>مدل آموزش‌</a:t>
              </a:r>
              <a:r>
                <a:rPr lang="fa-IR" sz="2400" kern="1200"/>
                <a:t> </a:t>
              </a:r>
              <a:r>
                <a:rPr lang="ar-SA" sz="2400" kern="1200"/>
                <a:t>دیده</a:t>
              </a:r>
              <a:endParaRPr lang="en-GB" sz="2400" kern="12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4DC6A7A-042F-FD20-DAE9-F83AF6F18D45}"/>
              </a:ext>
            </a:extLst>
          </p:cNvPr>
          <p:cNvSpPr txBox="1"/>
          <p:nvPr/>
        </p:nvSpPr>
        <p:spPr>
          <a:xfrm>
            <a:off x="1304145" y="2413416"/>
            <a:ext cx="20236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2500" dirty="0"/>
              <a:t>پیش‌بینی یا تصمیم</a:t>
            </a:r>
          </a:p>
        </p:txBody>
      </p:sp>
    </p:spTree>
    <p:extLst>
      <p:ext uri="{BB962C8B-B14F-4D97-AF65-F5344CB8AC3E}">
        <p14:creationId xmlns:p14="http://schemas.microsoft.com/office/powerpoint/2010/main" val="452085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14F43396-F1C9-7F47-A44A-556D15BBD11A}"/>
              </a:ext>
            </a:extLst>
          </p:cNvPr>
          <p:cNvSpPr/>
          <p:nvPr/>
        </p:nvSpPr>
        <p:spPr>
          <a:xfrm>
            <a:off x="1731364" y="1266669"/>
            <a:ext cx="8729272" cy="2758190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600" dirty="0"/>
              <a:t>چه عواملی باعث شده ماشین لرنینگ در دهه اخیر اینقدر فراگیر شود؟</a:t>
            </a:r>
          </a:p>
        </p:txBody>
      </p:sp>
    </p:spTree>
    <p:extLst>
      <p:ext uri="{BB962C8B-B14F-4D97-AF65-F5344CB8AC3E}">
        <p14:creationId xmlns:p14="http://schemas.microsoft.com/office/powerpoint/2010/main" val="68841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105F-AAB4-33AB-7D5B-86ABE4AA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239" y="1304144"/>
            <a:ext cx="8643154" cy="2339935"/>
          </a:xfrm>
        </p:spPr>
        <p:txBody>
          <a:bodyPr anchor="ctr"/>
          <a:lstStyle/>
          <a:p>
            <a:pPr algn="ctr" rtl="1"/>
            <a:r>
              <a:rPr lang="ar-SA" dirty="0"/>
              <a:t>مفاهیم پایه‌ای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21218-15BD-AA1C-BF27-F495095AA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rtl="1"/>
            <a:r>
              <a:rPr lang="en-US" dirty="0"/>
              <a:t>REZVAN.T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6856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71D8-5DA5-BE73-E323-06B6F251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ویژگی‌ه</a:t>
            </a:r>
            <a:r>
              <a:rPr lang="fa-IR" dirty="0"/>
              <a:t>ا</a:t>
            </a:r>
            <a:r>
              <a:rPr lang="ar-SA" dirty="0"/>
              <a:t> </a:t>
            </a:r>
            <a:r>
              <a:rPr lang="en-GB" dirty="0"/>
              <a:t>Features)</a:t>
            </a:r>
            <a:r>
              <a:rPr lang="fa-IR" dirty="0"/>
              <a:t>):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C67F-6F8A-69BA-50E3-FA82F84F8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028" y="2015732"/>
            <a:ext cx="3474826" cy="3450613"/>
          </a:xfrm>
        </p:spPr>
        <p:txBody>
          <a:bodyPr/>
          <a:lstStyle/>
          <a:p>
            <a:pPr algn="r" rtl="1"/>
            <a:r>
              <a:rPr lang="ar-SA" dirty="0"/>
              <a:t>متغیرهای ورودی مثل دما، فشار، یا اندازه تصویر که مدل از آن‌ها استفاده می‌کند.</a:t>
            </a:r>
          </a:p>
          <a:p>
            <a:pPr marL="0" indent="0" algn="r" rtl="1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8958D-5540-616D-5FE0-770F036DA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31" y="1918740"/>
            <a:ext cx="6935449" cy="418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74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6D69-EE4F-444A-E255-48D64EC7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1777"/>
            <a:ext cx="9603275" cy="751977"/>
          </a:xfrm>
        </p:spPr>
        <p:txBody>
          <a:bodyPr/>
          <a:lstStyle/>
          <a:p>
            <a:pPr algn="r" rtl="1"/>
            <a:r>
              <a:rPr lang="ar-SA" dirty="0"/>
              <a:t>برچسب‌ها </a:t>
            </a:r>
            <a:r>
              <a:rPr lang="en-GB" dirty="0"/>
              <a:t>Labels)</a:t>
            </a:r>
            <a:r>
              <a:rPr lang="fa-IR" dirty="0"/>
              <a:t>):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3714-C538-5A65-75E5-D61BC8C4F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2498" y="3035509"/>
            <a:ext cx="3432356" cy="1094282"/>
          </a:xfrm>
        </p:spPr>
        <p:txBody>
          <a:bodyPr>
            <a:normAutofit/>
          </a:bodyPr>
          <a:lstStyle/>
          <a:p>
            <a:pPr algn="r" rtl="1"/>
            <a:r>
              <a:rPr lang="ar-SA" sz="2400" dirty="0"/>
              <a:t>خروجی هدف مثل "مثبت" یا "منفی" در تشخیص بیماری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03B00E-6C93-CA3E-0C83-83815524B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29" y="1926236"/>
            <a:ext cx="7045377" cy="420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80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9806-E814-9D5C-505F-F2CD63D66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31757"/>
            <a:ext cx="9603275" cy="721997"/>
          </a:xfrm>
        </p:spPr>
        <p:txBody>
          <a:bodyPr/>
          <a:lstStyle/>
          <a:p>
            <a:pPr algn="r" rtl="1"/>
            <a:r>
              <a:rPr lang="ar-SA" dirty="0"/>
              <a:t>تقسیم‌بندی داده‌ها</a:t>
            </a:r>
            <a:r>
              <a:rPr lang="fa-IR" dirty="0"/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17DD2-6A7A-8053-C571-9E4ED1D3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541" y="2015732"/>
            <a:ext cx="5021312" cy="3450613"/>
          </a:xfrm>
        </p:spPr>
        <p:txBody>
          <a:bodyPr/>
          <a:lstStyle/>
          <a:p>
            <a:pPr marL="0" indent="0" algn="r" rtl="1">
              <a:buNone/>
            </a:pPr>
            <a:r>
              <a:rPr lang="ar-SA" b="1" dirty="0"/>
              <a:t>مجموعه آموزش </a:t>
            </a:r>
            <a:r>
              <a:rPr lang="fa-IR" b="1" dirty="0"/>
              <a:t>(</a:t>
            </a:r>
            <a:r>
              <a:rPr lang="en-GB" b="1" dirty="0"/>
              <a:t>Training Set</a:t>
            </a:r>
            <a:r>
              <a:rPr lang="fa-IR" b="1" dirty="0"/>
              <a:t>): 70</a:t>
            </a:r>
            <a:r>
              <a:rPr lang="ar-SA" dirty="0"/>
              <a:t>٪ داده‌ها برای یادگیری مدل.</a:t>
            </a:r>
            <a:endParaRPr lang="fa-IR" dirty="0"/>
          </a:p>
          <a:p>
            <a:pPr marL="0" indent="0" algn="r" rtl="1">
              <a:buNone/>
            </a:pPr>
            <a:r>
              <a:rPr lang="ar-SA" b="1" dirty="0"/>
              <a:t>مجموعه اعتبارسنجی </a:t>
            </a:r>
            <a:r>
              <a:rPr lang="en-GB" b="1" dirty="0"/>
              <a:t>Validation Set)</a:t>
            </a:r>
            <a:r>
              <a:rPr lang="fa-IR" b="1" dirty="0"/>
              <a:t>): 15</a:t>
            </a:r>
            <a:r>
              <a:rPr lang="ar-SA" dirty="0"/>
              <a:t>٪ </a:t>
            </a:r>
            <a:r>
              <a:rPr lang="fa-IR" dirty="0"/>
              <a:t>داده </a:t>
            </a:r>
            <a:r>
              <a:rPr lang="en-US" dirty="0"/>
              <a:t>train</a:t>
            </a:r>
            <a:r>
              <a:rPr lang="fa-IR" dirty="0"/>
              <a:t> </a:t>
            </a:r>
            <a:r>
              <a:rPr lang="ar-SA" dirty="0"/>
              <a:t>برای تنظیم‌های اولیه مدل.</a:t>
            </a:r>
            <a:endParaRPr lang="fa-IR" dirty="0"/>
          </a:p>
          <a:p>
            <a:pPr marL="0" indent="0" algn="r" rtl="1">
              <a:buNone/>
            </a:pPr>
            <a:r>
              <a:rPr lang="ar-SA" b="1" dirty="0"/>
              <a:t>مجموعه آزمون </a:t>
            </a:r>
            <a:r>
              <a:rPr lang="en-GB" b="1" dirty="0"/>
              <a:t>Test Set)</a:t>
            </a:r>
            <a:r>
              <a:rPr lang="fa-IR" b="1" dirty="0"/>
              <a:t>): 30</a:t>
            </a:r>
            <a:r>
              <a:rPr lang="ar-SA" dirty="0"/>
              <a:t>٪ برای ارزیابی نهایی.</a:t>
            </a:r>
          </a:p>
          <a:p>
            <a:pPr marL="0" indent="0" algn="r" rtl="1">
              <a:buNone/>
            </a:pPr>
            <a:endParaRPr lang="ar-SA" dirty="0"/>
          </a:p>
          <a:p>
            <a:pPr marL="0" indent="0" algn="r" rtl="1">
              <a:buNone/>
            </a:pPr>
            <a:endParaRPr lang="ar-SA" dirty="0"/>
          </a:p>
          <a:p>
            <a:pPr marL="0" indent="0" algn="r" rtl="1">
              <a:buNone/>
            </a:pPr>
            <a:endParaRPr lang="ar-S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07608B-08A3-BC0A-BA0C-D58769E4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6" y="1913208"/>
            <a:ext cx="5951095" cy="411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17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601D-DD9C-4CA1-2D2B-A8CCBC16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9272"/>
            <a:ext cx="9603275" cy="744482"/>
          </a:xfrm>
        </p:spPr>
        <p:txBody>
          <a:bodyPr/>
          <a:lstStyle/>
          <a:p>
            <a:pPr algn="r" rtl="1"/>
            <a:r>
              <a:rPr lang="ar-SA" dirty="0"/>
              <a:t>تابع هزینه </a:t>
            </a:r>
            <a:r>
              <a:rPr lang="en-GB" dirty="0"/>
              <a:t>Cost Function)</a:t>
            </a:r>
            <a:r>
              <a:rPr lang="fa-IR" dirty="0"/>
              <a:t>):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AED8-AFFD-A4B3-2068-D0A2E9430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معیاری برای سنجش خطا</a:t>
            </a:r>
          </a:p>
          <a:p>
            <a:pPr algn="r" rtl="1"/>
            <a:r>
              <a:rPr lang="fa-IR" dirty="0"/>
              <a:t>مثال: </a:t>
            </a:r>
            <a:br>
              <a:rPr lang="fa-IR" dirty="0"/>
            </a:br>
            <a:r>
              <a:rPr lang="en-GB" b="1" dirty="0"/>
              <a:t>MSE (Mean Squared Error)</a:t>
            </a:r>
            <a:r>
              <a:rPr lang="fa-IR" b="1" dirty="0"/>
              <a:t> </a:t>
            </a:r>
            <a:r>
              <a:rPr lang="fa-IR" dirty="0"/>
              <a:t>:</a:t>
            </a:r>
            <a:r>
              <a:rPr lang="en-US" dirty="0"/>
              <a:t> </a:t>
            </a:r>
            <a:r>
              <a:rPr lang="fa-IR" dirty="0"/>
              <a:t>  </a:t>
            </a:r>
            <a:endParaRPr lang="en-GB" dirty="0"/>
          </a:p>
          <a:p>
            <a:pPr marL="0" indent="0" algn="r" rtl="1">
              <a:buNone/>
            </a:pPr>
            <a:r>
              <a:rPr lang="en-US" dirty="0"/>
              <a:t>    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   </a:t>
            </a:r>
            <a:r>
              <a:rPr lang="en-GB" b="1" dirty="0"/>
              <a:t>Cross-Entropy</a:t>
            </a:r>
            <a:r>
              <a:rPr lang="fa-IR" dirty="0"/>
              <a:t> : </a:t>
            </a:r>
            <a:r>
              <a:rPr lang="ar-SA" dirty="0"/>
              <a:t>برای مسائل طبقه‌بندی</a:t>
            </a:r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EE759-0783-248A-9B0B-1EE7F229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485" y="3429000"/>
            <a:ext cx="3847306" cy="5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68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B8224A-233D-6A3E-F84A-2EB13823BCAD}"/>
              </a:ext>
            </a:extLst>
          </p:cNvPr>
          <p:cNvSpPr txBox="1"/>
          <p:nvPr/>
        </p:nvSpPr>
        <p:spPr>
          <a:xfrm>
            <a:off x="4604479" y="1124262"/>
            <a:ext cx="29830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3000" b="1" dirty="0"/>
              <a:t>پیش‌بینی قیمت خانه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37B74AFE-B560-41CF-765F-A72F5804C870}"/>
              </a:ext>
            </a:extLst>
          </p:cNvPr>
          <p:cNvSpPr/>
          <p:nvPr/>
        </p:nvSpPr>
        <p:spPr>
          <a:xfrm>
            <a:off x="2319728" y="2076138"/>
            <a:ext cx="7552544" cy="3657600"/>
          </a:xfrm>
          <a:prstGeom prst="star1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dirty="0"/>
              <a:t>ویژگی‌ها</a:t>
            </a:r>
            <a:r>
              <a:rPr lang="fa-IR" sz="2400" dirty="0"/>
              <a:t>:</a:t>
            </a:r>
            <a:r>
              <a:rPr lang="ar-SA" sz="2400" dirty="0"/>
              <a:t> متراژ، تعداد اتاق‌ها، و فاصله تا مرکز شهر است. </a:t>
            </a:r>
            <a:endParaRPr lang="fa-IR" sz="2400" dirty="0"/>
          </a:p>
          <a:p>
            <a:pPr algn="ctr" rtl="1"/>
            <a:r>
              <a:rPr lang="ar-SA" sz="2400" dirty="0"/>
              <a:t>برچسب</a:t>
            </a:r>
            <a:r>
              <a:rPr lang="fa-IR" sz="2400" dirty="0"/>
              <a:t>:</a:t>
            </a:r>
            <a:r>
              <a:rPr lang="ar-SA" sz="2400" dirty="0"/>
              <a:t> قیمت نهایی خانه است</a:t>
            </a:r>
            <a:r>
              <a:rPr lang="fa-IR" sz="2400" dirty="0"/>
              <a:t>.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90262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AE6B30-FE86-8E5B-0C7B-5C83356AC485}"/>
              </a:ext>
            </a:extLst>
          </p:cNvPr>
          <p:cNvSpPr txBox="1"/>
          <p:nvPr/>
        </p:nvSpPr>
        <p:spPr>
          <a:xfrm>
            <a:off x="10874114" y="771994"/>
            <a:ext cx="10193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500" b="1" dirty="0"/>
              <a:t>تمرین</a:t>
            </a:r>
            <a:r>
              <a:rPr lang="fa-IR" sz="2500" b="1" dirty="0"/>
              <a:t> :</a:t>
            </a:r>
            <a:endParaRPr lang="ar-SA" sz="2500" b="1" dirty="0"/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41E30BAB-C54F-C749-F558-D21B97492AC9}"/>
              </a:ext>
            </a:extLst>
          </p:cNvPr>
          <p:cNvSpPr/>
          <p:nvPr/>
        </p:nvSpPr>
        <p:spPr>
          <a:xfrm>
            <a:off x="3979889" y="1735111"/>
            <a:ext cx="7508822" cy="3387777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dirty="0"/>
              <a:t>بارگذاری دیتاست</a:t>
            </a:r>
            <a:r>
              <a:rPr lang="en-GB" sz="2400" dirty="0"/>
              <a:t>Iris </a:t>
            </a:r>
            <a:r>
              <a:rPr lang="fa-IR" sz="2400" dirty="0"/>
              <a:t> </a:t>
            </a:r>
            <a:r>
              <a:rPr lang="ar-SA" sz="2400" dirty="0"/>
              <a:t>و شناسایی ویژگی‌ها و برچسب‌ها.</a:t>
            </a:r>
          </a:p>
        </p:txBody>
      </p:sp>
      <p:pic>
        <p:nvPicPr>
          <p:cNvPr id="1026" name="Picture 2" descr="The Iris Flower: Meanings, Images &amp; Insights | Floraly">
            <a:extLst>
              <a:ext uri="{FF2B5EF4-FFF2-40B4-BE49-F238E27FC236}">
                <a16:creationId xmlns:a16="http://schemas.microsoft.com/office/drawing/2014/main" id="{3CBF8399-F8CB-A0D3-D05B-845058E8D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" y="1637910"/>
            <a:ext cx="3594906" cy="384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65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F04D08-A329-B0AC-E32B-A65E385E80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459892"/>
              </p:ext>
            </p:extLst>
          </p:nvPr>
        </p:nvGraphicFramePr>
        <p:xfrm>
          <a:off x="613764" y="254972"/>
          <a:ext cx="10964472" cy="5741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496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ABD3-B5D5-BB1B-126B-790DE266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1738"/>
            <a:ext cx="9603275" cy="692016"/>
          </a:xfrm>
        </p:spPr>
        <p:txBody>
          <a:bodyPr>
            <a:normAutofit/>
          </a:bodyPr>
          <a:lstStyle/>
          <a:p>
            <a:pPr lvl="0" algn="r" rtl="1"/>
            <a:r>
              <a:rPr lang="ar-SA" dirty="0"/>
              <a:t>یادگیری نظارت‌شده</a:t>
            </a:r>
            <a:r>
              <a:rPr lang="fa-IR" dirty="0"/>
              <a:t> </a:t>
            </a:r>
            <a:r>
              <a:rPr lang="en-GB" dirty="0"/>
              <a:t>(Supervised Learning)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54EB-7995-6995-972A-F32BAF0E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702" y="2015733"/>
            <a:ext cx="4504152" cy="2818595"/>
          </a:xfrm>
        </p:spPr>
        <p:txBody>
          <a:bodyPr>
            <a:normAutofit/>
          </a:bodyPr>
          <a:lstStyle/>
          <a:p>
            <a:pPr algn="r" rtl="1"/>
            <a:r>
              <a:rPr lang="ar-SA" sz="2300" dirty="0"/>
              <a:t>در این نوع یادگیری، </a:t>
            </a:r>
            <a:r>
              <a:rPr lang="ar-SA" sz="2300" dirty="0">
                <a:solidFill>
                  <a:srgbClr val="FF0000"/>
                </a:solidFill>
              </a:rPr>
              <a:t>یک ناظر </a:t>
            </a:r>
            <a:r>
              <a:rPr lang="ar-SA" sz="2300" dirty="0"/>
              <a:t>وجود دارد</a:t>
            </a:r>
            <a:r>
              <a:rPr lang="fa-IR" sz="2300" dirty="0"/>
              <a:t>.</a:t>
            </a:r>
          </a:p>
          <a:p>
            <a:pPr algn="r" rtl="1"/>
            <a:r>
              <a:rPr lang="ar-SA" sz="2300" dirty="0"/>
              <a:t>این ناظر به الگوریتم یادگیری ماشین در فرآیند یادگیری کمک می‌کند</a:t>
            </a:r>
            <a:r>
              <a:rPr lang="fa-IR" sz="2300" dirty="0"/>
              <a:t>.</a:t>
            </a:r>
          </a:p>
          <a:p>
            <a:pPr algn="r" rtl="1"/>
            <a:r>
              <a:rPr lang="fa-IR" sz="2300" b="0" i="0" dirty="0">
                <a:effectLst/>
                <a:latin typeface="iranyekan"/>
              </a:rPr>
              <a:t>پس </a:t>
            </a:r>
            <a:r>
              <a:rPr lang="ar-SA" sz="2300" b="0" i="0" dirty="0">
                <a:effectLst/>
                <a:latin typeface="iranyekan"/>
              </a:rPr>
              <a:t>مدل‌ها با استفاده از داده‌های برچسب‌گذاری شده آموزش می‌بینند</a:t>
            </a:r>
            <a:r>
              <a:rPr lang="fa-IR" sz="2300" b="0" i="0" dirty="0">
                <a:effectLst/>
                <a:latin typeface="iranyekan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AC9EC-0CB2-D416-F308-250484E05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15733"/>
            <a:ext cx="5099123" cy="40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2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BACAE798-F431-4C19-9D0F-F177F2F85060}"/>
              </a:ext>
            </a:extLst>
          </p:cNvPr>
          <p:cNvSpPr/>
          <p:nvPr/>
        </p:nvSpPr>
        <p:spPr>
          <a:xfrm>
            <a:off x="1576465" y="419725"/>
            <a:ext cx="9039069" cy="540770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b="0" i="0" dirty="0">
                <a:effectLst/>
                <a:latin typeface="iranyekan"/>
              </a:rPr>
              <a:t>یادگیری نظارت شده نوعی از یادگیری ماشین است که در آن یک مدل با استفاده از داده‌های برچسب‌گذاری شده آموزش می‌بیند. هر ورودی با خروجی صحیح مربوطه همراه است و مدل از طریق مقایسه پیش‌بینی‌های خود با پاسخ‌های واقعی ارائه شده در داده‌های آموزشی یاد می‌گیرد</a:t>
            </a:r>
            <a:r>
              <a:rPr lang="fa-IR" sz="2400" b="0" i="0" dirty="0">
                <a:effectLst/>
                <a:latin typeface="iranyekan"/>
              </a:rPr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34483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D19260-A069-7E48-6244-68B8522C1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539801"/>
              </p:ext>
            </p:extLst>
          </p:nvPr>
        </p:nvGraphicFramePr>
        <p:xfrm>
          <a:off x="2604333" y="172387"/>
          <a:ext cx="9500225" cy="5576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0503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F256CF3-DB88-B3E0-9FA8-D2870045C8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892301"/>
              </p:ext>
            </p:extLst>
          </p:nvPr>
        </p:nvGraphicFramePr>
        <p:xfrm>
          <a:off x="1318302" y="210000"/>
          <a:ext cx="9555396" cy="5621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357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EA24-89D0-E67A-0E47-FA244986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4282"/>
            <a:ext cx="9603275" cy="759472"/>
          </a:xfrm>
        </p:spPr>
        <p:txBody>
          <a:bodyPr/>
          <a:lstStyle/>
          <a:p>
            <a:pPr algn="r" rtl="1"/>
            <a:r>
              <a:rPr lang="ar-SA" dirty="0"/>
              <a:t>رگرسیون </a:t>
            </a:r>
            <a:r>
              <a:rPr lang="en-US" dirty="0"/>
              <a:t>(</a:t>
            </a:r>
            <a:r>
              <a:rPr lang="en-GB" dirty="0"/>
              <a:t>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E9F5-BBB1-66F7-AB82-2A3A720EB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929" y="2015732"/>
            <a:ext cx="4009477" cy="3450613"/>
          </a:xfrm>
        </p:spPr>
        <p:txBody>
          <a:bodyPr>
            <a:normAutofit/>
          </a:bodyPr>
          <a:lstStyle/>
          <a:p>
            <a:pPr algn="r" rtl="1"/>
            <a:r>
              <a:rPr lang="ar-SA" sz="2300" dirty="0">
                <a:solidFill>
                  <a:srgbClr val="FF0000"/>
                </a:solidFill>
              </a:rPr>
              <a:t>خطی</a:t>
            </a:r>
            <a:r>
              <a:rPr lang="ar-SA" sz="2300" dirty="0"/>
              <a:t> که از همه داده‌ها </a:t>
            </a:r>
            <a:r>
              <a:rPr lang="ar-SA" sz="2300" dirty="0">
                <a:solidFill>
                  <a:srgbClr val="FF0000"/>
                </a:solidFill>
              </a:rPr>
              <a:t>کمترین فاصله </a:t>
            </a:r>
            <a:r>
              <a:rPr lang="ar-SA" sz="2300" dirty="0"/>
              <a:t>ممکن را داشته باشد</a:t>
            </a:r>
            <a:endParaRPr lang="en-US" sz="2300" dirty="0"/>
          </a:p>
          <a:p>
            <a:pPr algn="r" rtl="1"/>
            <a:r>
              <a:rPr lang="ar-SA" sz="2300" b="0" i="0" dirty="0">
                <a:effectLst/>
                <a:latin typeface="iranyekan"/>
              </a:rPr>
              <a:t>در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رگرسیون</a:t>
            </a:r>
            <a:r>
              <a:rPr lang="ar-SA" sz="2300" b="0" i="0" dirty="0">
                <a:effectLst/>
                <a:latin typeface="iranyekan"/>
              </a:rPr>
              <a:t>، مدل‌ها برای پیش‌بینی یک مقدار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عددی</a:t>
            </a:r>
            <a:r>
              <a:rPr lang="fa-IR" sz="2300" b="0" i="0" dirty="0">
                <a:solidFill>
                  <a:srgbClr val="FF0000"/>
                </a:solidFill>
                <a:effectLst/>
                <a:latin typeface="iranyekan"/>
              </a:rPr>
              <a:t> پیوسته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 </a:t>
            </a:r>
            <a:r>
              <a:rPr lang="ar-SA" sz="2300" b="0" i="0" dirty="0">
                <a:effectLst/>
                <a:latin typeface="iranyekan"/>
              </a:rPr>
              <a:t>آموزش می‌بینند. مثال‌های رایج شامل پیش‌بینی قیمت خانه‌ها یا پیش‌بینی دما است</a:t>
            </a:r>
            <a:r>
              <a:rPr lang="fa-IR" sz="2300" dirty="0">
                <a:latin typeface="iranyekan"/>
              </a:rPr>
              <a:t>.</a:t>
            </a:r>
            <a:endParaRPr lang="en-GB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06C47-D25B-EC9A-4FFB-302EFE44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7" y="2015732"/>
            <a:ext cx="6584272" cy="374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87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7CCC-18F9-D23A-D20C-7F410E607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9272"/>
            <a:ext cx="9603275" cy="744482"/>
          </a:xfrm>
        </p:spPr>
        <p:txBody>
          <a:bodyPr/>
          <a:lstStyle/>
          <a:p>
            <a:pPr algn="r" rtl="1"/>
            <a:r>
              <a:rPr lang="ar-SA" dirty="0"/>
              <a:t>رگرسیون </a:t>
            </a:r>
            <a:r>
              <a:rPr lang="en-US" dirty="0"/>
              <a:t>(</a:t>
            </a:r>
            <a:r>
              <a:rPr lang="en-GB" dirty="0"/>
              <a:t>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9EB12-3C56-791B-532E-D3D52A646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5259" y="2015732"/>
            <a:ext cx="3829595" cy="1626878"/>
          </a:xfrm>
        </p:spPr>
        <p:txBody>
          <a:bodyPr>
            <a:normAutofit/>
          </a:bodyPr>
          <a:lstStyle/>
          <a:p>
            <a:pPr algn="r" rtl="1"/>
            <a:r>
              <a:rPr lang="ar-SA" sz="2600" b="1" i="0" dirty="0">
                <a:solidFill>
                  <a:srgbClr val="E74848"/>
                </a:solidFill>
                <a:effectLst/>
                <a:highlight>
                  <a:srgbClr val="FFFFFF"/>
                </a:highlight>
                <a:latin typeface="iranyekan"/>
              </a:rPr>
              <a:t>رگرسیون، تخمین رابطه بین یک متغیر وابسته و یک یا چند متغیر مستقل است.</a:t>
            </a:r>
            <a:endParaRPr lang="en-GB" sz="2600" dirty="0"/>
          </a:p>
        </p:txBody>
      </p:sp>
      <p:pic>
        <p:nvPicPr>
          <p:cNvPr id="1026" name="Picture 2" descr="یک مثال در رگرسیون خطی">
            <a:extLst>
              <a:ext uri="{FF2B5EF4-FFF2-40B4-BE49-F238E27FC236}">
                <a16:creationId xmlns:a16="http://schemas.microsoft.com/office/drawing/2014/main" id="{2268EB61-2068-71D6-09BA-4638B16D4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115" y="2015732"/>
            <a:ext cx="5628806" cy="388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938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BEDE0FE-E4A7-157E-6456-30E17204F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388123"/>
              </p:ext>
            </p:extLst>
          </p:nvPr>
        </p:nvGraphicFramePr>
        <p:xfrm>
          <a:off x="1318302" y="210000"/>
          <a:ext cx="9555396" cy="5621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191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04E2-E61D-0AA9-798F-151EC7D1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1738"/>
            <a:ext cx="9603275" cy="692016"/>
          </a:xfrm>
        </p:spPr>
        <p:txBody>
          <a:bodyPr/>
          <a:lstStyle/>
          <a:p>
            <a:pPr algn="r" rtl="1"/>
            <a:r>
              <a:rPr lang="ar-SA" sz="3200" dirty="0"/>
              <a:t>رگرسیون خطی</a:t>
            </a:r>
            <a:r>
              <a:rPr lang="fa-IR" sz="3200" dirty="0"/>
              <a:t> </a:t>
            </a:r>
            <a:r>
              <a:rPr lang="en-US" sz="3200" dirty="0"/>
              <a:t>(</a:t>
            </a:r>
            <a:r>
              <a:rPr lang="en-GB" b="0" i="0" dirty="0">
                <a:effectLst/>
                <a:latin typeface="iranyekan"/>
              </a:rPr>
              <a:t>Linear Regression</a:t>
            </a:r>
            <a:r>
              <a:rPr lang="en-US" sz="3200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AFDB-F9B0-0FC8-1E34-3930653B8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3659" y="2015732"/>
            <a:ext cx="5201195" cy="3875402"/>
          </a:xfrm>
        </p:spPr>
        <p:txBody>
          <a:bodyPr>
            <a:normAutofit lnSpcReduction="10000"/>
          </a:bodyPr>
          <a:lstStyle/>
          <a:p>
            <a:pPr algn="r" rtl="1"/>
            <a:r>
              <a:rPr lang="ar-SA" sz="2300" dirty="0"/>
              <a:t>اگر داده ورودی و برچسب، یک ارتباط </a:t>
            </a:r>
            <a:r>
              <a:rPr lang="ar-SA" sz="2300" dirty="0">
                <a:solidFill>
                  <a:srgbClr val="FF0000"/>
                </a:solidFill>
              </a:rPr>
              <a:t>خطی</a:t>
            </a:r>
            <a:r>
              <a:rPr lang="ar-SA" sz="2300" dirty="0"/>
              <a:t> باهم داشته باشند، می‌توانیم از </a:t>
            </a:r>
            <a:r>
              <a:rPr lang="ar-SA" sz="2300" dirty="0">
                <a:solidFill>
                  <a:srgbClr val="FF0000"/>
                </a:solidFill>
              </a:rPr>
              <a:t>رگرسیون خطی</a:t>
            </a:r>
            <a:r>
              <a:rPr lang="ar-SA" sz="2300" dirty="0"/>
              <a:t> استفاده کنیم</a:t>
            </a:r>
            <a:endParaRPr lang="fa-IR" sz="2300" dirty="0"/>
          </a:p>
          <a:p>
            <a:pPr algn="r" rtl="1"/>
            <a:r>
              <a:rPr lang="ar-SA" sz="2300" dirty="0"/>
              <a:t>مثل پیش‌بینی دما بر اساس زمان</a:t>
            </a:r>
            <a:endParaRPr lang="fa-IR" sz="2300" dirty="0"/>
          </a:p>
          <a:p>
            <a:pPr algn="r" rtl="1"/>
            <a:endParaRPr lang="fa-IR" sz="2300" dirty="0"/>
          </a:p>
          <a:p>
            <a:pPr algn="r" rtl="1"/>
            <a:endParaRPr lang="fa-IR" sz="2300" dirty="0"/>
          </a:p>
          <a:p>
            <a:pPr algn="r" rtl="1"/>
            <a:endParaRPr lang="fa-IR" sz="2300" dirty="0"/>
          </a:p>
          <a:p>
            <a:pPr algn="r" rtl="1"/>
            <a:r>
              <a:rPr lang="en-GB" dirty="0"/>
              <a:t>w </a:t>
            </a:r>
            <a:r>
              <a:rPr lang="fa-IR" dirty="0"/>
              <a:t> </a:t>
            </a:r>
            <a:r>
              <a:rPr lang="ar-SA" dirty="0"/>
              <a:t>و</a:t>
            </a:r>
            <a:r>
              <a:rPr lang="en-GB" dirty="0"/>
              <a:t>b </a:t>
            </a:r>
            <a:r>
              <a:rPr lang="ar-SA" dirty="0"/>
              <a:t>پارامتر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BF94E-FC6D-E309-7E8D-C12D0135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798" y="4011353"/>
            <a:ext cx="2496915" cy="1067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41AEF-D32F-FF85-CAC7-6A4A13E92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73" y="2460817"/>
            <a:ext cx="5511384" cy="300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72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E9B017B9-0914-14DD-7659-05273DE9B59D}"/>
              </a:ext>
            </a:extLst>
          </p:cNvPr>
          <p:cNvSpPr/>
          <p:nvPr/>
        </p:nvSpPr>
        <p:spPr>
          <a:xfrm>
            <a:off x="6543207" y="213609"/>
            <a:ext cx="5209082" cy="316292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b="1" i="0" dirty="0">
                <a:solidFill>
                  <a:srgbClr val="E74848"/>
                </a:solidFill>
                <a:effectLst/>
                <a:highlight>
                  <a:srgbClr val="FFFFFF"/>
                </a:highlight>
                <a:latin typeface="iranyekan"/>
              </a:rPr>
              <a:t>آموزش مدل یعنی، پارامترهای مدل را طوری تعیین کنیم که بهتر بر داده‌های آموزش فیت شود!</a:t>
            </a:r>
            <a:endParaRPr lang="en-GB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1DF98-7046-F20F-82A6-EAADCB33E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0" y="3729740"/>
            <a:ext cx="11280099" cy="200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رگرسیون خطی در یادگیری باناظر">
            <a:extLst>
              <a:ext uri="{FF2B5EF4-FFF2-40B4-BE49-F238E27FC236}">
                <a16:creationId xmlns:a16="http://schemas.microsoft.com/office/drawing/2014/main" id="{8BAFE01B-06A6-FDCF-DF6B-F322706AA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77" y="158333"/>
            <a:ext cx="5351489" cy="338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30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8C8F-5251-EC0F-F6F6-B8F4ACF1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1738"/>
            <a:ext cx="9603275" cy="692016"/>
          </a:xfrm>
        </p:spPr>
        <p:txBody>
          <a:bodyPr/>
          <a:lstStyle/>
          <a:p>
            <a:pPr algn="r" rtl="1"/>
            <a:r>
              <a:rPr lang="ar-SA" b="0" i="0" dirty="0">
                <a:effectLst/>
                <a:latin typeface="iranyekan"/>
              </a:rPr>
              <a:t>رگرسیون چند جمله‌ای </a:t>
            </a:r>
            <a:r>
              <a:rPr lang="en-US" b="0" i="0" dirty="0">
                <a:effectLst/>
                <a:latin typeface="iranyekan"/>
              </a:rPr>
              <a:t>(</a:t>
            </a:r>
            <a:r>
              <a:rPr lang="en-GB" b="0" i="0" dirty="0">
                <a:effectLst/>
                <a:latin typeface="iranyekan"/>
              </a:rPr>
              <a:t>Polynomial Regression)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FE19-BB12-B5B3-18BF-C0D91505C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17809"/>
          </a:xfrm>
        </p:spPr>
        <p:txBody>
          <a:bodyPr>
            <a:normAutofit/>
          </a:bodyPr>
          <a:lstStyle/>
          <a:p>
            <a:pPr algn="r" rtl="1"/>
            <a:r>
              <a:rPr lang="ar-SA" sz="2300" b="0" i="0" dirty="0">
                <a:effectLst/>
                <a:latin typeface="iranyekan"/>
              </a:rPr>
              <a:t>رگرسیون چند جمله‌ای یک نوع از رگرسیون خطی است که در آن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رابطه بین متغیر مستقل </a:t>
            </a:r>
            <a:r>
              <a:rPr lang="ar-SA" sz="2300" b="0" i="0" dirty="0">
                <a:effectLst/>
                <a:latin typeface="iranyekan"/>
              </a:rPr>
              <a:t>و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وابسته</a:t>
            </a:r>
            <a:r>
              <a:rPr lang="ar-SA" sz="2300" b="0" i="0" dirty="0">
                <a:effectLst/>
                <a:latin typeface="iranyekan"/>
              </a:rPr>
              <a:t> به صورت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یک چندجمله‌ای </a:t>
            </a:r>
            <a:r>
              <a:rPr lang="ar-SA" sz="2300" b="0" i="0" dirty="0">
                <a:effectLst/>
                <a:latin typeface="iranyekan"/>
              </a:rPr>
              <a:t>مدل می‌شود</a:t>
            </a:r>
            <a:endParaRPr lang="en-US" sz="2300" b="0" i="0" dirty="0">
              <a:effectLst/>
              <a:latin typeface="iranyekan"/>
            </a:endParaRPr>
          </a:p>
          <a:p>
            <a:pPr algn="r" rtl="1"/>
            <a:r>
              <a:rPr lang="ar-SA" sz="2300" b="0" i="0" dirty="0">
                <a:effectLst/>
                <a:latin typeface="iranyekan"/>
              </a:rPr>
              <a:t>برای مدل‌سازی روابط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غیرخطی</a:t>
            </a:r>
            <a:r>
              <a:rPr lang="ar-SA" sz="2300" b="0" i="0" dirty="0">
                <a:effectLst/>
                <a:latin typeface="iranyekan"/>
              </a:rPr>
              <a:t> بین متغیرهای مستقل و وابسته</a:t>
            </a:r>
            <a:endParaRPr lang="en-US" sz="2300" b="0" i="0" dirty="0">
              <a:effectLst/>
              <a:latin typeface="iranyekan"/>
            </a:endParaRPr>
          </a:p>
          <a:p>
            <a:pPr algn="r" rtl="1"/>
            <a:r>
              <a:rPr lang="ar-SA" sz="2300" b="0" i="0" dirty="0">
                <a:effectLst/>
                <a:latin typeface="iranyekan"/>
              </a:rPr>
              <a:t>رابطه بین متغیرها به صورت یک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چندجمله‌ای درجه</a:t>
            </a:r>
            <a:r>
              <a:rPr lang="en-GB" sz="2300" b="0" i="0" dirty="0">
                <a:solidFill>
                  <a:srgbClr val="FF0000"/>
                </a:solidFill>
                <a:effectLst/>
                <a:latin typeface="iranyekan"/>
              </a:rPr>
              <a:t>n </a:t>
            </a:r>
            <a:r>
              <a:rPr lang="fa-IR" sz="2300" b="0" i="0" dirty="0">
                <a:solidFill>
                  <a:srgbClr val="FF0000"/>
                </a:solidFill>
                <a:effectLst/>
                <a:latin typeface="iranyekan"/>
              </a:rPr>
              <a:t> </a:t>
            </a:r>
            <a:r>
              <a:rPr lang="ar-SA" sz="2300" b="0" i="0" dirty="0">
                <a:effectLst/>
                <a:latin typeface="iranyekan"/>
              </a:rPr>
              <a:t>مدل‌سازی می‌شود</a:t>
            </a:r>
            <a:endParaRPr lang="en-US" sz="2300" dirty="0">
              <a:latin typeface="iranyekan"/>
            </a:endParaRPr>
          </a:p>
          <a:p>
            <a:pPr algn="r" rtl="1"/>
            <a:r>
              <a:rPr lang="fa-IR" sz="2300" dirty="0">
                <a:latin typeface="iranyekan"/>
              </a:rPr>
              <a:t>ا</a:t>
            </a:r>
            <a:r>
              <a:rPr lang="ar-SA" sz="2300" b="0" i="0" dirty="0">
                <a:effectLst/>
                <a:latin typeface="iranyekan"/>
              </a:rPr>
              <a:t>ین مدل ب</a:t>
            </a:r>
            <a:r>
              <a:rPr lang="fa-IR" sz="2300" b="0" i="0" dirty="0">
                <a:effectLst/>
                <a:latin typeface="iranyekan"/>
              </a:rPr>
              <a:t>ه </a:t>
            </a:r>
            <a:r>
              <a:rPr lang="ar-SA" sz="2300" b="0" i="0" dirty="0">
                <a:effectLst/>
                <a:latin typeface="iranyekan"/>
              </a:rPr>
              <a:t>ویژه زمانی مفید است که داده‌ها الگوهای منحنی یا غیرخطی را نشان می‌دهند و رگرسیون خطی نتواند به خوبی آنها را مدل کند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1514434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1427-DA1A-5E88-20E1-756D4663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4184"/>
            <a:ext cx="9603275" cy="609570"/>
          </a:xfrm>
        </p:spPr>
        <p:txBody>
          <a:bodyPr/>
          <a:lstStyle/>
          <a:p>
            <a:pPr algn="r" rtl="1"/>
            <a:r>
              <a:rPr lang="ar-SA" dirty="0"/>
              <a:t>تعیین مقدار خطا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B22C4F1-2A85-F5E4-146A-CCBD7D4F97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558" y="2148437"/>
            <a:ext cx="2639799" cy="8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837FF52-33B2-7A79-1509-11A1F33CC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03" y="3429000"/>
            <a:ext cx="3695074" cy="106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1483981-CF00-6A33-1C74-DDFC0958D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820" y="4898036"/>
            <a:ext cx="4629274" cy="112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C88DC6-9F22-E1E5-D69D-43B48B35B272}"/>
              </a:ext>
            </a:extLst>
          </p:cNvPr>
          <p:cNvSpPr txBox="1"/>
          <p:nvPr/>
        </p:nvSpPr>
        <p:spPr>
          <a:xfrm>
            <a:off x="2218544" y="3516748"/>
            <a:ext cx="108678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MAE :</a:t>
            </a:r>
            <a:endParaRPr lang="en-GB" sz="23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B0EF6-F203-ACA4-DEFA-5DA92EA90F4E}"/>
              </a:ext>
            </a:extLst>
          </p:cNvPr>
          <p:cNvSpPr txBox="1"/>
          <p:nvPr/>
        </p:nvSpPr>
        <p:spPr>
          <a:xfrm>
            <a:off x="2218543" y="5012017"/>
            <a:ext cx="108678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MSE :</a:t>
            </a:r>
            <a:endParaRPr lang="en-GB" sz="2300" b="1" dirty="0"/>
          </a:p>
        </p:txBody>
      </p:sp>
    </p:spTree>
    <p:extLst>
      <p:ext uri="{BB962C8B-B14F-4D97-AF65-F5344CB8AC3E}">
        <p14:creationId xmlns:p14="http://schemas.microsoft.com/office/powerpoint/2010/main" val="3773751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an Square Error (MSE) | Machine Learning Glossary | Encord | Encord">
            <a:extLst>
              <a:ext uri="{FF2B5EF4-FFF2-40B4-BE49-F238E27FC236}">
                <a16:creationId xmlns:a16="http://schemas.microsoft.com/office/drawing/2014/main" id="{C5E9C693-D86F-A29F-7743-D27E986F9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63" y="232348"/>
            <a:ext cx="11467474" cy="579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219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93F3-1C4C-08A0-E0C0-1261D63E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9213"/>
            <a:ext cx="9603275" cy="654541"/>
          </a:xfrm>
        </p:spPr>
        <p:txBody>
          <a:bodyPr/>
          <a:lstStyle/>
          <a:p>
            <a:pPr algn="r" rtl="1"/>
            <a:r>
              <a:rPr lang="fa-IR" dirty="0"/>
              <a:t>گرادیان کاهشی </a:t>
            </a:r>
            <a:r>
              <a:rPr lang="en-GB" sz="3200" b="0" i="0" dirty="0">
                <a:effectLst/>
                <a:latin typeface="iranyekan"/>
              </a:rPr>
              <a:t>Gradient Descent) </a:t>
            </a:r>
            <a:r>
              <a:rPr lang="fa-IR" sz="3200" b="0" i="0" dirty="0">
                <a:effectLst/>
                <a:latin typeface="iranyekan"/>
              </a:rPr>
              <a:t>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8913A-637C-FCF5-B4F7-54552FCA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669" y="1940781"/>
            <a:ext cx="5216185" cy="3905383"/>
          </a:xfrm>
        </p:spPr>
        <p:txBody>
          <a:bodyPr>
            <a:noAutofit/>
          </a:bodyPr>
          <a:lstStyle/>
          <a:p>
            <a:pPr algn="r" rtl="1"/>
            <a:r>
              <a:rPr lang="ar-SA" sz="2400" b="0" i="0" dirty="0">
                <a:effectLst/>
                <a:latin typeface="iranyekan"/>
              </a:rPr>
              <a:t>گرادیان کاهشی یکی از مهم‌ترین و پرکاربردترین </a:t>
            </a:r>
            <a:r>
              <a:rPr lang="ar-SA" sz="2400" b="0" i="0" dirty="0">
                <a:solidFill>
                  <a:srgbClr val="FF0000"/>
                </a:solidFill>
                <a:effectLst/>
                <a:latin typeface="iranyekan"/>
              </a:rPr>
              <a:t>الگوریتم‌های بهینه‌سازی </a:t>
            </a:r>
            <a:r>
              <a:rPr lang="ar-SA" sz="2400" b="0" i="0" dirty="0">
                <a:effectLst/>
                <a:latin typeface="iranyekan"/>
              </a:rPr>
              <a:t>در یادگیری ماشین و هوش مصنوعی است</a:t>
            </a:r>
            <a:r>
              <a:rPr lang="fa-IR" sz="2400" b="0" i="0" dirty="0">
                <a:effectLst/>
                <a:latin typeface="iranyekan"/>
              </a:rPr>
              <a:t>.</a:t>
            </a:r>
          </a:p>
          <a:p>
            <a:pPr algn="r" rtl="1"/>
            <a:r>
              <a:rPr lang="ar-SA" sz="2400" b="1" i="0" dirty="0">
                <a:solidFill>
                  <a:srgbClr val="E74848"/>
                </a:solidFill>
                <a:effectLst/>
                <a:highlight>
                  <a:srgbClr val="FFFFFF"/>
                </a:highlight>
                <a:latin typeface="iranyekan"/>
              </a:rPr>
              <a:t>الگوریتم گرادیان کاهشی، یک الگوریتم بهینه‌سازی تکراری مرتبه-اول هست که مینیموم محلی در یک تابع مشتق‌پذیر را پیدا می‌کند.</a:t>
            </a:r>
            <a:endParaRPr lang="fa-IR" sz="2400" b="1" i="0" dirty="0">
              <a:solidFill>
                <a:srgbClr val="E74848"/>
              </a:solidFill>
              <a:effectLst/>
              <a:highlight>
                <a:srgbClr val="FFFFFF"/>
              </a:highlight>
              <a:latin typeface="iranyek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F292E-D680-A2A0-464E-541EBCC79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1" y="1940781"/>
            <a:ext cx="5601325" cy="41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99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88EAD871-BEA8-8204-62BD-3C925C0F39E1}"/>
              </a:ext>
            </a:extLst>
          </p:cNvPr>
          <p:cNvSpPr/>
          <p:nvPr/>
        </p:nvSpPr>
        <p:spPr>
          <a:xfrm>
            <a:off x="980607" y="1319134"/>
            <a:ext cx="10230786" cy="347022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3000" dirty="0"/>
              <a:t>بهینه‌سازی در یادگیری ماشین فرآیندی است که هدف آن یافتن مجموعه‌ای از پارامترها برای یک مدل است که تابع هزینه</a:t>
            </a:r>
            <a:r>
              <a:rPr lang="en-GB" sz="3000" dirty="0"/>
              <a:t>Cost Function) </a:t>
            </a:r>
            <a:r>
              <a:rPr lang="fa-IR" sz="3000" dirty="0"/>
              <a:t>) </a:t>
            </a:r>
            <a:r>
              <a:rPr lang="ar-SA" sz="3000" dirty="0"/>
              <a:t>را به حداقل برساند.</a:t>
            </a:r>
          </a:p>
        </p:txBody>
      </p:sp>
    </p:spTree>
    <p:extLst>
      <p:ext uri="{BB962C8B-B14F-4D97-AF65-F5344CB8AC3E}">
        <p14:creationId xmlns:p14="http://schemas.microsoft.com/office/powerpoint/2010/main" val="278788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1510-4A28-A6D1-1CD4-354C2864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54243"/>
            <a:ext cx="9603275" cy="699511"/>
          </a:xfrm>
        </p:spPr>
        <p:txBody>
          <a:bodyPr/>
          <a:lstStyle/>
          <a:p>
            <a:pPr algn="r" rtl="1"/>
            <a:r>
              <a:rPr lang="fa-IR" dirty="0"/>
              <a:t>گرادیان کاهشی </a:t>
            </a:r>
            <a:r>
              <a:rPr lang="en-GB" sz="3200" b="0" i="0" dirty="0">
                <a:effectLst/>
                <a:latin typeface="iranyekan"/>
              </a:rPr>
              <a:t>Gradient Descent) </a:t>
            </a:r>
            <a:r>
              <a:rPr lang="fa-IR" sz="3200" b="0" i="0" dirty="0">
                <a:effectLst/>
                <a:latin typeface="iranyekan"/>
              </a:rPr>
              <a:t>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42AF-5EF4-C936-971C-27C2F2CBC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6" y="2015732"/>
            <a:ext cx="2210657" cy="3450613"/>
          </a:xfrm>
        </p:spPr>
        <p:txBody>
          <a:bodyPr/>
          <a:lstStyle/>
          <a:p>
            <a:pPr algn="r" rtl="1"/>
            <a:r>
              <a:rPr lang="ar-SA" sz="2200" dirty="0"/>
              <a:t>برای رسیدن به نقطه مینیموم محلی، باید در </a:t>
            </a:r>
            <a:r>
              <a:rPr lang="ar-SA" sz="2200" dirty="0">
                <a:solidFill>
                  <a:srgbClr val="FF0000"/>
                </a:solidFill>
              </a:rPr>
              <a:t>جهت خلاف شیب</a:t>
            </a:r>
            <a:r>
              <a:rPr lang="ar-SA" sz="2200" dirty="0"/>
              <a:t> حرکت کنیم.</a:t>
            </a:r>
            <a:endParaRPr lang="en-GB" sz="2200" dirty="0"/>
          </a:p>
          <a:p>
            <a:pPr marL="0" indent="0" algn="r" rtl="1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105C9-3786-4584-9F9C-1E23DB837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16" r="50891"/>
          <a:stretch/>
        </p:blipFill>
        <p:spPr>
          <a:xfrm>
            <a:off x="8844196" y="4116673"/>
            <a:ext cx="2210658" cy="8806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7F2F8F-99C4-4363-5056-B6AFBE2AC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4858"/>
            <a:ext cx="4247758" cy="4423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18BC80-918C-5FE2-CEAF-D73A9F88F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758" y="1904857"/>
            <a:ext cx="4536478" cy="442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30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3E568C5F-2534-998D-5887-4A4682B70969}"/>
              </a:ext>
            </a:extLst>
          </p:cNvPr>
          <p:cNvSpPr/>
          <p:nvPr/>
        </p:nvSpPr>
        <p:spPr>
          <a:xfrm>
            <a:off x="823834" y="1169232"/>
            <a:ext cx="10544331" cy="38974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3000" dirty="0"/>
              <a:t>گرادیان کاهشی یک الگوریتم تکراری است که در هر مرحله، پارامترهای مدل را به گونه‌ای به‌روزرسانی می‌کند که تابع هزینه کاهش یابد. این کار با محاسبه گرادیان</a:t>
            </a:r>
            <a:r>
              <a:rPr lang="en-GB" sz="3000" dirty="0"/>
              <a:t>Gradient) </a:t>
            </a:r>
            <a:r>
              <a:rPr lang="fa-IR" sz="3000" dirty="0"/>
              <a:t>) </a:t>
            </a:r>
            <a:r>
              <a:rPr lang="ar-SA" sz="3000" dirty="0"/>
              <a:t>تابع هزینه نسبت به پارامترها و حرکت در جهت مخالف آن انجام می‌شود.</a:t>
            </a:r>
            <a:endParaRPr lang="fa-IR" sz="3000" dirty="0"/>
          </a:p>
        </p:txBody>
      </p:sp>
    </p:spTree>
    <p:extLst>
      <p:ext uri="{BB962C8B-B14F-4D97-AF65-F5344CB8AC3E}">
        <p14:creationId xmlns:p14="http://schemas.microsoft.com/office/powerpoint/2010/main" val="1989467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0F19-4D5B-E376-73EF-DA90163F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6787"/>
            <a:ext cx="9603275" cy="766967"/>
          </a:xfrm>
        </p:spPr>
        <p:txBody>
          <a:bodyPr/>
          <a:lstStyle/>
          <a:p>
            <a:pPr algn="r" rtl="1"/>
            <a:r>
              <a:rPr lang="ar-SA" dirty="0"/>
              <a:t>تابع محدب</a:t>
            </a:r>
            <a:r>
              <a:rPr lang="fa-IR" dirty="0"/>
              <a:t> </a:t>
            </a:r>
            <a:r>
              <a:rPr lang="en-GB" dirty="0"/>
              <a:t>Convex)</a:t>
            </a:r>
            <a:r>
              <a:rPr lang="fa-IR" dirty="0"/>
              <a:t>) &amp; </a:t>
            </a:r>
            <a:r>
              <a:rPr lang="ar-SA" dirty="0"/>
              <a:t>تابع غیرمحدب </a:t>
            </a:r>
            <a:r>
              <a:rPr lang="en-GB" dirty="0"/>
              <a:t>Non Convex)</a:t>
            </a:r>
            <a:r>
              <a:rPr lang="fa-IR" dirty="0"/>
              <a:t>)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1A46E4-3F4D-08E8-7184-1FCCB3377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31115"/>
            <a:ext cx="9603274" cy="404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1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4124A4-9820-4472-31C0-5A2E876150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3305864"/>
              </p:ext>
            </p:extLst>
          </p:nvPr>
        </p:nvGraphicFramePr>
        <p:xfrm>
          <a:off x="4805181" y="-7495"/>
          <a:ext cx="7831528" cy="606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642F0035-C0FD-925C-BD65-967DC6AFAAA1}"/>
              </a:ext>
            </a:extLst>
          </p:cNvPr>
          <p:cNvSpPr/>
          <p:nvPr/>
        </p:nvSpPr>
        <p:spPr>
          <a:xfrm>
            <a:off x="5793697" y="4197246"/>
            <a:ext cx="3095469" cy="111676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67594-F7A2-638B-AF90-5F3DC19F862D}"/>
              </a:ext>
            </a:extLst>
          </p:cNvPr>
          <p:cNvSpPr txBox="1"/>
          <p:nvPr/>
        </p:nvSpPr>
        <p:spPr>
          <a:xfrm>
            <a:off x="6348334" y="4572000"/>
            <a:ext cx="18737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2200" dirty="0"/>
              <a:t>برگرد به مرحله 2</a:t>
            </a:r>
          </a:p>
        </p:txBody>
      </p:sp>
      <p:pic>
        <p:nvPicPr>
          <p:cNvPr id="2050" name="Picture 2" descr="الگوریتم گرادیان کاهشی">
            <a:extLst>
              <a:ext uri="{FF2B5EF4-FFF2-40B4-BE49-F238E27FC236}">
                <a16:creationId xmlns:a16="http://schemas.microsoft.com/office/drawing/2014/main" id="{AD48226D-C8E6-65FB-1E03-B6C16216D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35"/>
            <a:ext cx="4751882" cy="507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339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9EC5571-5E3F-4D7F-7ADD-4614AAF16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73974" cy="526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36EE09-471E-B818-F53D-199E8511ECDE}"/>
              </a:ext>
            </a:extLst>
          </p:cNvPr>
          <p:cNvSpPr txBox="1"/>
          <p:nvPr/>
        </p:nvSpPr>
        <p:spPr>
          <a:xfrm>
            <a:off x="5311827" y="2157467"/>
            <a:ext cx="1568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2600" dirty="0"/>
              <a:t>نرخ یادگیری</a:t>
            </a:r>
            <a:endParaRPr lang="fa-IR" sz="2600" dirty="0"/>
          </a:p>
          <a:p>
            <a:pPr algn="ctr" rtl="1"/>
            <a:r>
              <a:rPr lang="fa-IR" sz="2600" dirty="0"/>
              <a:t>(</a:t>
            </a:r>
            <a:r>
              <a:rPr lang="el-GR" sz="3000" b="0" i="0" dirty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iranyekan"/>
              </a:rPr>
              <a:t>η</a:t>
            </a:r>
            <a:r>
              <a:rPr lang="fa-IR" sz="2600" dirty="0"/>
              <a:t>)</a:t>
            </a:r>
            <a:endParaRPr lang="en-GB" sz="26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F169DF5-FFDC-AC45-2057-C2C32E0AA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978" y="5216577"/>
            <a:ext cx="2622029" cy="98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BFCFC7D-9E96-30F1-7BAE-419BC747A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939" y="0"/>
            <a:ext cx="5239061" cy="526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9B62E1-9857-E299-B640-BE32BCBAF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988" y="5269043"/>
            <a:ext cx="2425104" cy="9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36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7A8C690-B985-AB00-17F7-209175813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"/>
            <a:ext cx="6096002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247A858-B113-F9EA-5924-5C1DF3DA5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C535CE13-C810-2AA3-A671-5301511A8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28999"/>
            <a:ext cx="6096002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D390FF53-0B26-DA75-DAE0-C6F78AE61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6095998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308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82EB04-B9EF-B3F5-EC28-BE838144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5" y="82446"/>
            <a:ext cx="8424474" cy="5906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DD710C-F3E8-F420-0606-E2AF69BB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682" y="82446"/>
            <a:ext cx="3031136" cy="5988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9CAA1-1053-85F2-3040-09179DE04E19}"/>
                  </a:ext>
                </a:extLst>
              </p:cNvPr>
              <p:cNvSpPr txBox="1"/>
              <p:nvPr/>
            </p:nvSpPr>
            <p:spPr>
              <a:xfrm>
                <a:off x="294182" y="5522202"/>
                <a:ext cx="279377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9CAA1-1053-85F2-3040-09179DE04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82" y="5522202"/>
                <a:ext cx="2793778" cy="3847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8769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543C-E0B4-20E9-CAD1-A66DDCC4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6689"/>
            <a:ext cx="9603275" cy="617065"/>
          </a:xfrm>
        </p:spPr>
        <p:txBody>
          <a:bodyPr/>
          <a:lstStyle/>
          <a:p>
            <a:pPr algn="r" rtl="1"/>
            <a:r>
              <a:rPr lang="ar-SA" dirty="0"/>
              <a:t>فرار از مینیمم‌های محلی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4C00-7524-9D6C-E537-22273B1F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05579"/>
          </a:xfrm>
        </p:spPr>
        <p:txBody>
          <a:bodyPr>
            <a:noAutofit/>
          </a:bodyPr>
          <a:lstStyle/>
          <a:p>
            <a:pPr algn="r" rtl="1"/>
            <a:r>
              <a:rPr lang="ar-SA" sz="2600" dirty="0"/>
              <a:t>استفاده از </a:t>
            </a:r>
            <a:r>
              <a:rPr lang="en-GB" sz="2600" dirty="0"/>
              <a:t>Momentum</a:t>
            </a:r>
          </a:p>
          <a:p>
            <a:pPr algn="r" rtl="1"/>
            <a:r>
              <a:rPr lang="ar-SA" sz="2600" dirty="0"/>
              <a:t>نرخ یادگیری متغیر</a:t>
            </a:r>
          </a:p>
          <a:p>
            <a:pPr algn="r" rtl="1"/>
            <a:r>
              <a:rPr lang="ar-SA" sz="2600" dirty="0"/>
              <a:t>الگوریتم‌های پیشرفته</a:t>
            </a:r>
          </a:p>
          <a:p>
            <a:pPr algn="r" rtl="1"/>
            <a:r>
              <a:rPr lang="fa-IR" sz="2600" dirty="0"/>
              <a:t>ر</a:t>
            </a:r>
            <a:r>
              <a:rPr lang="ar-SA" sz="2600" dirty="0"/>
              <a:t>اه‌اندازی چندگانه</a:t>
            </a:r>
            <a:endParaRPr lang="fa-IR" sz="2600" dirty="0"/>
          </a:p>
          <a:p>
            <a:pPr algn="r" rtl="1"/>
            <a:r>
              <a:rPr lang="ar-SA" sz="2600" dirty="0"/>
              <a:t>افزودن نویز</a:t>
            </a:r>
          </a:p>
          <a:p>
            <a:pPr algn="r" rtl="1"/>
            <a:r>
              <a:rPr lang="ar-SA" sz="2600" dirty="0"/>
              <a:t>بهینه‌سازی مبتنی بر جمعیت</a:t>
            </a:r>
          </a:p>
        </p:txBody>
      </p:sp>
    </p:spTree>
    <p:extLst>
      <p:ext uri="{BB962C8B-B14F-4D97-AF65-F5344CB8AC3E}">
        <p14:creationId xmlns:p14="http://schemas.microsoft.com/office/powerpoint/2010/main" val="397047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054101-85C1-29D9-FA62-28C50BE8D8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0569535"/>
              </p:ext>
            </p:extLst>
          </p:nvPr>
        </p:nvGraphicFramePr>
        <p:xfrm>
          <a:off x="263159" y="794617"/>
          <a:ext cx="1184139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D93D76E-E568-D11A-FD72-DE3067B9CABE}"/>
              </a:ext>
            </a:extLst>
          </p:cNvPr>
          <p:cNvSpPr txBox="1"/>
          <p:nvPr/>
        </p:nvSpPr>
        <p:spPr>
          <a:xfrm>
            <a:off x="4552013" y="59941"/>
            <a:ext cx="3087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3200" b="1" i="0" dirty="0">
                <a:effectLst/>
                <a:latin typeface="iranyekan"/>
              </a:rPr>
              <a:t>انواع گرادیان کاهشی</a:t>
            </a:r>
          </a:p>
        </p:txBody>
      </p:sp>
    </p:spTree>
    <p:extLst>
      <p:ext uri="{BB962C8B-B14F-4D97-AF65-F5344CB8AC3E}">
        <p14:creationId xmlns:p14="http://schemas.microsoft.com/office/powerpoint/2010/main" val="3632997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C0AE78-6B43-76E3-AB0D-280E4841F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8142025"/>
              </p:ext>
            </p:extLst>
          </p:nvPr>
        </p:nvGraphicFramePr>
        <p:xfrm>
          <a:off x="1042648" y="217496"/>
          <a:ext cx="10372361" cy="5733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818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0E24-EDBB-27F6-BEE1-3528E16D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6767"/>
            <a:ext cx="9603275" cy="736987"/>
          </a:xfrm>
        </p:spPr>
        <p:txBody>
          <a:bodyPr>
            <a:normAutofit/>
          </a:bodyPr>
          <a:lstStyle/>
          <a:p>
            <a:pPr algn="r" rtl="1"/>
            <a:r>
              <a:rPr lang="ar-SA" dirty="0"/>
              <a:t>دسته بند</a:t>
            </a:r>
            <a:r>
              <a:rPr lang="fa-IR" dirty="0"/>
              <a:t>ی </a:t>
            </a:r>
            <a:r>
              <a:rPr lang="en-US" dirty="0"/>
              <a:t> (</a:t>
            </a:r>
            <a:r>
              <a:rPr lang="en-GB" dirty="0"/>
              <a:t>Classification)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47EB89-8022-1F1D-C4B3-8715CABBC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1410" y="1853754"/>
            <a:ext cx="5583444" cy="4232253"/>
          </a:xfrm>
        </p:spPr>
        <p:txBody>
          <a:bodyPr>
            <a:noAutofit/>
          </a:bodyPr>
          <a:lstStyle/>
          <a:p>
            <a:pPr algn="r" rtl="1"/>
            <a:r>
              <a:rPr lang="ar-SA" sz="2200" dirty="0"/>
              <a:t>یکی از زیرشاخه‌های یادگیری نظارت شده است که در آن برچسب‌های خروجی به صورت دسته‌های گسسته (مانند "بله/خیر"، "اسپم/غیر اسپم"، یا "گربه/سگ") هستند.</a:t>
            </a:r>
          </a:p>
          <a:p>
            <a:pPr algn="r" rtl="1"/>
            <a:r>
              <a:rPr lang="fa-IR" sz="2200" dirty="0"/>
              <a:t>مثال :</a:t>
            </a:r>
          </a:p>
          <a:p>
            <a:pPr marL="0" indent="0" algn="r" rtl="1">
              <a:buNone/>
            </a:pPr>
            <a:r>
              <a:rPr lang="fa-IR" sz="2200" dirty="0"/>
              <a:t>     - </a:t>
            </a:r>
            <a:r>
              <a:rPr lang="ar-SA" sz="2200" dirty="0"/>
              <a:t>جدا کردن تخم‌مرغ آب‌پز از خام براساس وزن آنها</a:t>
            </a:r>
            <a:r>
              <a:rPr lang="fa-IR" sz="2200" dirty="0"/>
              <a:t> (داده ساختارمند)</a:t>
            </a:r>
          </a:p>
          <a:p>
            <a:pPr marL="0" indent="0" algn="r" rtl="1">
              <a:buNone/>
            </a:pPr>
            <a:r>
              <a:rPr lang="fa-IR" sz="2200" dirty="0"/>
              <a:t>     - </a:t>
            </a:r>
            <a:r>
              <a:rPr lang="ar-SA" sz="2200" dirty="0"/>
              <a:t>جدا کردن صدای زن و مرد</a:t>
            </a:r>
            <a:r>
              <a:rPr lang="fa-IR" sz="2200" dirty="0"/>
              <a:t> (داده غیرساختارمند)</a:t>
            </a:r>
          </a:p>
          <a:p>
            <a:pPr marL="0" indent="0" algn="r" rtl="1">
              <a:buNone/>
            </a:pPr>
            <a:r>
              <a:rPr lang="fa-IR" sz="2200" dirty="0"/>
              <a:t>     - </a:t>
            </a:r>
            <a:r>
              <a:rPr lang="ar-SA" sz="2200" dirty="0"/>
              <a:t>جدا کردن ماهی قزل‌آلا و خاویاری براساس شکل آنها</a:t>
            </a:r>
            <a:r>
              <a:rPr lang="fa-IR" sz="2200" dirty="0"/>
              <a:t>(داده غیرساختارمند)</a:t>
            </a:r>
            <a:endParaRPr lang="en-GB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0CA71F-FACE-6F6B-88C8-2CCF33C4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1" y="1926236"/>
            <a:ext cx="5396459" cy="409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20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C3CBF4-81EB-1CD1-E7A1-2707E3FA1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3" y="224852"/>
            <a:ext cx="10593594" cy="51566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01C130-95BD-C485-6062-DA60F9B3C3DD}"/>
              </a:ext>
            </a:extLst>
          </p:cNvPr>
          <p:cNvSpPr txBox="1"/>
          <p:nvPr/>
        </p:nvSpPr>
        <p:spPr>
          <a:xfrm>
            <a:off x="4417101" y="5576341"/>
            <a:ext cx="3357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400" b="1" dirty="0"/>
              <a:t>داده ساختارمند وغیرساختارمند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159133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32FA3E43-8A03-5193-D2BA-ABC191D9BC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330278"/>
              </p:ext>
            </p:extLst>
          </p:nvPr>
        </p:nvGraphicFramePr>
        <p:xfrm>
          <a:off x="221782" y="112427"/>
          <a:ext cx="11620448" cy="5921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209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98F5-0E76-8C2C-04AA-2D80977C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9233"/>
            <a:ext cx="9603275" cy="684521"/>
          </a:xfrm>
        </p:spPr>
        <p:txBody>
          <a:bodyPr/>
          <a:lstStyle/>
          <a:p>
            <a:pPr algn="r" rtl="1"/>
            <a:r>
              <a:rPr lang="ar-SA" sz="3200" dirty="0"/>
              <a:t>رگرسیون لجستیک</a:t>
            </a:r>
            <a:r>
              <a:rPr lang="fa-IR" sz="3200" dirty="0"/>
              <a:t>  </a:t>
            </a:r>
            <a:r>
              <a:rPr lang="en-GB" sz="3200" dirty="0"/>
              <a:t>Logistic Regression)</a:t>
            </a:r>
            <a:r>
              <a:rPr lang="fa-IR" sz="3200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628-A8A7-75FE-7A78-633641300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2400" dirty="0"/>
              <a:t>رگرسیون لجستیک یک </a:t>
            </a:r>
            <a:r>
              <a:rPr lang="ar-SA" sz="2400" dirty="0">
                <a:solidFill>
                  <a:srgbClr val="FF0000"/>
                </a:solidFill>
              </a:rPr>
              <a:t>مدل آماری</a:t>
            </a:r>
            <a:r>
              <a:rPr lang="ar-SA" sz="2400" dirty="0"/>
              <a:t> است که برای </a:t>
            </a:r>
            <a:r>
              <a:rPr lang="ar-SA" sz="2400" dirty="0">
                <a:solidFill>
                  <a:srgbClr val="FF0000"/>
                </a:solidFill>
              </a:rPr>
              <a:t>پیش‌بینی احتمال وقوع</a:t>
            </a:r>
            <a:r>
              <a:rPr lang="ar-SA" sz="2400" dirty="0"/>
              <a:t> یک رویداد بر اساس متغیرهای مستقل استفاده می‌شود. این مدل برای مسائل </a:t>
            </a:r>
            <a:r>
              <a:rPr lang="ar-SA" sz="2400" dirty="0">
                <a:solidFill>
                  <a:srgbClr val="FF0000"/>
                </a:solidFill>
              </a:rPr>
              <a:t>طبقه‌بندی دودویی یا چندگانه</a:t>
            </a:r>
            <a:r>
              <a:rPr lang="ar-SA" sz="2400" dirty="0"/>
              <a:t> به کار می‌رود</a:t>
            </a:r>
            <a:r>
              <a:rPr lang="fa-IR" sz="2400" dirty="0"/>
              <a:t>.</a:t>
            </a:r>
          </a:p>
          <a:p>
            <a:pPr algn="r" rtl="1"/>
            <a:r>
              <a:rPr lang="ar-SA" sz="2400" dirty="0"/>
              <a:t>در رگرسیون از تابع </a:t>
            </a:r>
            <a:r>
              <a:rPr lang="ar-SA" sz="2400" dirty="0">
                <a:solidFill>
                  <a:srgbClr val="FF0000"/>
                </a:solidFill>
              </a:rPr>
              <a:t>اتلاف </a:t>
            </a:r>
            <a:r>
              <a:rPr lang="en-GB" sz="2400" dirty="0">
                <a:solidFill>
                  <a:srgbClr val="FF0000"/>
                </a:solidFill>
              </a:rPr>
              <a:t>MSE </a:t>
            </a:r>
            <a:r>
              <a:rPr lang="ar-SA" sz="2400" dirty="0"/>
              <a:t>استفاده شده بود. اما اینجا تابع اتلاف دیگری </a:t>
            </a:r>
            <a:r>
              <a:rPr lang="fa-IR" sz="2400" dirty="0"/>
              <a:t>بنام </a:t>
            </a:r>
            <a:r>
              <a:rPr lang="en-GB" sz="2400" dirty="0">
                <a:solidFill>
                  <a:srgbClr val="FF0000"/>
                </a:solidFill>
              </a:rPr>
              <a:t>cross entropy </a:t>
            </a:r>
            <a:r>
              <a:rPr lang="fa-IR" sz="2400" dirty="0">
                <a:solidFill>
                  <a:srgbClr val="FF0000"/>
                </a:solidFill>
              </a:rPr>
              <a:t> </a:t>
            </a:r>
            <a:r>
              <a:rPr lang="ar-SA" sz="2400" dirty="0"/>
              <a:t>وجود دارد که مناسب کار دسته بندی است.</a:t>
            </a:r>
            <a:endParaRPr lang="fa-IR" sz="2400" dirty="0"/>
          </a:p>
          <a:p>
            <a:pPr algn="r" rtl="1"/>
            <a:r>
              <a:rPr lang="ar-SA" sz="2400" dirty="0"/>
              <a:t>ورودی</a:t>
            </a:r>
            <a:r>
              <a:rPr lang="fa-IR" sz="2400" dirty="0"/>
              <a:t>(</a:t>
            </a:r>
            <a:r>
              <a:rPr lang="en-US" sz="2400" dirty="0"/>
              <a:t>X</a:t>
            </a:r>
            <a:r>
              <a:rPr lang="fa-IR" sz="2400" dirty="0"/>
              <a:t>) </a:t>
            </a:r>
            <a:r>
              <a:rPr lang="ar-SA" sz="2400" dirty="0"/>
              <a:t>بسیار شبیه داده ورودی در رگرسیون </a:t>
            </a:r>
            <a:r>
              <a:rPr lang="fa-IR" sz="2400" dirty="0"/>
              <a:t>ولی </a:t>
            </a:r>
            <a:r>
              <a:rPr lang="ar-SA" sz="2400" dirty="0"/>
              <a:t>خروجی </a:t>
            </a:r>
            <a:r>
              <a:rPr lang="fa-IR" sz="2400" dirty="0"/>
              <a:t>(</a:t>
            </a:r>
            <a:r>
              <a:rPr lang="en-US" sz="2400" dirty="0"/>
              <a:t>y</a:t>
            </a:r>
            <a:r>
              <a:rPr lang="fa-IR" sz="2400" dirty="0"/>
              <a:t>) </a:t>
            </a:r>
            <a:r>
              <a:rPr lang="ar-SA" sz="2400" dirty="0"/>
              <a:t>متفاوت با رگرسیون است و </a:t>
            </a:r>
            <a:r>
              <a:rPr lang="ar-SA" sz="2400" dirty="0">
                <a:solidFill>
                  <a:srgbClr val="FF0000"/>
                </a:solidFill>
              </a:rPr>
              <a:t>پیوسته نیست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ar-SA" sz="2400" dirty="0">
                <a:solidFill>
                  <a:srgbClr val="FF0000"/>
                </a:solidFill>
              </a:rPr>
              <a:t>بلکه عدد گسسته</a:t>
            </a:r>
            <a:r>
              <a:rPr lang="fa-IR" sz="2400" dirty="0"/>
              <a:t> هست.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13818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9505-9601-222A-7196-5E1BF3C1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1698"/>
            <a:ext cx="9603275" cy="632056"/>
          </a:xfrm>
        </p:spPr>
        <p:txBody>
          <a:bodyPr/>
          <a:lstStyle/>
          <a:p>
            <a:pPr algn="r" rtl="1"/>
            <a:r>
              <a:rPr lang="ar-SA" sz="3200" dirty="0"/>
              <a:t>رگرسیون لجستیک</a:t>
            </a:r>
            <a:r>
              <a:rPr lang="fa-IR" sz="3200" dirty="0"/>
              <a:t>  </a:t>
            </a:r>
            <a:r>
              <a:rPr lang="en-GB" sz="3200" dirty="0"/>
              <a:t>Logistic Regression)</a:t>
            </a:r>
            <a:r>
              <a:rPr lang="fa-IR" sz="3200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91AE4-3179-9E1D-C230-A6098094E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6779" y="1991095"/>
            <a:ext cx="2338074" cy="3450613"/>
          </a:xfrm>
        </p:spPr>
        <p:txBody>
          <a:bodyPr/>
          <a:lstStyle/>
          <a:p>
            <a:pPr algn="r" rtl="1"/>
            <a:r>
              <a:rPr lang="ar-SA" dirty="0"/>
              <a:t>رگرسیون لجستیک از </a:t>
            </a:r>
            <a:r>
              <a:rPr lang="ar-SA" dirty="0">
                <a:solidFill>
                  <a:srgbClr val="FF0000"/>
                </a:solidFill>
              </a:rPr>
              <a:t>تابع سیگموید </a:t>
            </a:r>
            <a:r>
              <a:rPr lang="ar-SA" dirty="0"/>
              <a:t>برای تبدیل یک </a:t>
            </a:r>
            <a:r>
              <a:rPr lang="ar-SA" dirty="0">
                <a:solidFill>
                  <a:srgbClr val="FF0000"/>
                </a:solidFill>
              </a:rPr>
              <a:t>ترکیب خطی </a:t>
            </a:r>
            <a:r>
              <a:rPr lang="ar-SA" dirty="0"/>
              <a:t>از متغیرهای ورودی به یک مقدار احتمالی</a:t>
            </a:r>
            <a:r>
              <a:rPr lang="fa-IR" dirty="0"/>
              <a:t> </a:t>
            </a:r>
            <a:r>
              <a:rPr lang="fa-IR" dirty="0">
                <a:latin typeface="iranyekan"/>
              </a:rPr>
              <a:t>که</a:t>
            </a:r>
            <a:r>
              <a:rPr lang="ar-SA" b="0" i="0" dirty="0">
                <a:effectLst/>
                <a:latin typeface="iranyekan"/>
              </a:rPr>
              <a:t> خروجی را </a:t>
            </a:r>
            <a:r>
              <a:rPr lang="ar-SA" b="0" i="0" dirty="0">
                <a:solidFill>
                  <a:srgbClr val="FF0000"/>
                </a:solidFill>
                <a:effectLst/>
                <a:latin typeface="iranyekan"/>
              </a:rPr>
              <a:t>بین ۰ و ۱ </a:t>
            </a:r>
            <a:r>
              <a:rPr lang="ar-SA" b="0" i="0" dirty="0">
                <a:effectLst/>
                <a:latin typeface="iranyekan"/>
              </a:rPr>
              <a:t>نگه دارد</a:t>
            </a:r>
            <a:r>
              <a:rPr lang="fa-IR" b="0" i="0" dirty="0">
                <a:effectLst/>
                <a:latin typeface="iranyekan"/>
              </a:rPr>
              <a:t>،</a:t>
            </a:r>
            <a:r>
              <a:rPr lang="ar-SA" dirty="0"/>
              <a:t> استفاده می‌کند</a:t>
            </a:r>
            <a:r>
              <a:rPr lang="fa-IR" dirty="0"/>
              <a:t>.</a:t>
            </a:r>
            <a:endParaRPr lang="ar-S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3A306-AA83-055F-25CA-13A89BFA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0" y="1853754"/>
            <a:ext cx="4084819" cy="4097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B4ACB1-6374-2467-DC14-E33F0FED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1" y="1958684"/>
            <a:ext cx="4571998" cy="409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1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AF88-12A1-44B4-BB60-26E69510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9213"/>
            <a:ext cx="9603275" cy="654541"/>
          </a:xfrm>
        </p:spPr>
        <p:txBody>
          <a:bodyPr/>
          <a:lstStyle/>
          <a:p>
            <a:pPr algn="r" rtl="1"/>
            <a:r>
              <a:rPr lang="ar-SA" sz="3200" dirty="0"/>
              <a:t>رگرسیون لجستیک</a:t>
            </a:r>
            <a:r>
              <a:rPr lang="fa-IR" sz="3200" dirty="0"/>
              <a:t>  </a:t>
            </a:r>
            <a:r>
              <a:rPr lang="en-GB" sz="3200" dirty="0"/>
              <a:t>Logistic Regression)</a:t>
            </a:r>
            <a:r>
              <a:rPr lang="fa-IR" sz="3200" dirty="0"/>
              <a:t>)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FEE17C-4019-D3B7-9068-A8DDFD493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175" y="1962150"/>
            <a:ext cx="6313904" cy="4078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F7768-49B0-E528-5387-6D107EB01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94" y="3297055"/>
            <a:ext cx="4054447" cy="140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81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0872-F9D1-94E1-7021-79BAD212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9174"/>
            <a:ext cx="9603275" cy="594580"/>
          </a:xfrm>
        </p:spPr>
        <p:txBody>
          <a:bodyPr/>
          <a:lstStyle/>
          <a:p>
            <a:pPr algn="r" rtl="1"/>
            <a:r>
              <a:rPr lang="ar-SA" b="0" i="0" dirty="0">
                <a:effectLst/>
                <a:latin typeface="iranyekan"/>
              </a:rPr>
              <a:t>انواع رگرسیون لجستیک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CEDAD-83C5-656F-4534-BEEB6C4A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051" y="2015732"/>
            <a:ext cx="10372803" cy="4025304"/>
          </a:xfrm>
        </p:spPr>
        <p:txBody>
          <a:bodyPr>
            <a:noAutofit/>
          </a:bodyPr>
          <a:lstStyle/>
          <a:p>
            <a:pPr algn="r" rtl="1"/>
            <a:r>
              <a:rPr lang="ar-SA" sz="2300" b="0" i="0" dirty="0">
                <a:effectLst/>
                <a:latin typeface="iranyekan"/>
              </a:rPr>
              <a:t>رگرسیون لجستیک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باینری</a:t>
            </a:r>
            <a:r>
              <a:rPr lang="ar-SA" sz="2300" b="0" i="0" dirty="0">
                <a:effectLst/>
                <a:latin typeface="iranyekan"/>
              </a:rPr>
              <a:t> </a:t>
            </a:r>
            <a:r>
              <a:rPr lang="en-GB" sz="2300" b="0" i="0" dirty="0">
                <a:effectLst/>
                <a:latin typeface="iranyekan"/>
              </a:rPr>
              <a:t>Binary Logistic Regression)</a:t>
            </a:r>
            <a:r>
              <a:rPr lang="fa-IR" sz="2300" b="0" i="0" dirty="0">
                <a:effectLst/>
                <a:latin typeface="iranyekan"/>
              </a:rPr>
              <a:t>)</a:t>
            </a: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             </a:t>
            </a:r>
            <a:r>
              <a:rPr lang="ar-SA" sz="2300" b="0" i="0" dirty="0">
                <a:effectLst/>
                <a:latin typeface="iranyekan"/>
              </a:rPr>
              <a:t>برای مسائل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طبقه‌بندی دودویی</a:t>
            </a:r>
            <a:r>
              <a:rPr lang="ar-SA" sz="2300" b="0" i="0" dirty="0">
                <a:effectLst/>
                <a:latin typeface="iranyekan"/>
              </a:rPr>
              <a:t> استفاده می‌شود، مانند پیش‌بینی خرید یا عدم خرید یک محصول</a:t>
            </a:r>
            <a:endParaRPr lang="fa-IR" sz="2300" b="0" i="0" dirty="0">
              <a:effectLst/>
              <a:latin typeface="iranyekan"/>
            </a:endParaRPr>
          </a:p>
          <a:p>
            <a:pPr algn="r" rtl="1"/>
            <a:r>
              <a:rPr lang="ar-SA" sz="2300" b="0" i="0" dirty="0">
                <a:effectLst/>
                <a:latin typeface="iranyekan"/>
              </a:rPr>
              <a:t>رگرسیون لجستیک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چندگانه</a:t>
            </a:r>
            <a:r>
              <a:rPr lang="ar-SA" sz="2300" b="0" i="0" dirty="0">
                <a:effectLst/>
                <a:latin typeface="iranyekan"/>
              </a:rPr>
              <a:t> </a:t>
            </a:r>
            <a:r>
              <a:rPr lang="en-GB" sz="2300" b="0" i="0" dirty="0">
                <a:effectLst/>
                <a:latin typeface="iranyekan"/>
              </a:rPr>
              <a:t>Multinomial Logistic Regression)</a:t>
            </a:r>
            <a:r>
              <a:rPr lang="fa-IR" sz="2300" b="0" i="0" dirty="0">
                <a:effectLst/>
                <a:latin typeface="iranyekan"/>
              </a:rPr>
              <a:t>)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             </a:t>
            </a:r>
            <a:r>
              <a:rPr lang="ar-SA" sz="2300" b="0" i="0" dirty="0">
                <a:effectLst/>
                <a:latin typeface="iranyekan"/>
              </a:rPr>
              <a:t>برای مسائل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طبقه‌بندی چندگانه</a:t>
            </a:r>
            <a:r>
              <a:rPr lang="ar-SA" sz="2300" b="0" i="0" dirty="0">
                <a:effectLst/>
                <a:latin typeface="iranyekan"/>
              </a:rPr>
              <a:t> استفاده می‌شود، مانند پیش‌بینی سه یا چند کلاس مختلف</a:t>
            </a:r>
            <a:endParaRPr lang="fa-IR" sz="2300" b="0" i="0" dirty="0">
              <a:effectLst/>
              <a:latin typeface="iranyekan"/>
            </a:endParaRPr>
          </a:p>
          <a:p>
            <a:pPr algn="r" rtl="1"/>
            <a:r>
              <a:rPr lang="ar-SA" sz="2300" b="0" i="0" dirty="0">
                <a:effectLst/>
                <a:latin typeface="iranyekan"/>
              </a:rPr>
              <a:t>رگرسیون لجستیک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ترتیبی</a:t>
            </a:r>
            <a:r>
              <a:rPr lang="ar-SA" sz="2300" b="0" i="0" dirty="0">
                <a:effectLst/>
                <a:latin typeface="iranyekan"/>
              </a:rPr>
              <a:t> </a:t>
            </a:r>
            <a:r>
              <a:rPr lang="en-GB" sz="2300" b="0" i="0" dirty="0">
                <a:effectLst/>
                <a:latin typeface="iranyekan"/>
              </a:rPr>
              <a:t>Ordinal Logistic Regression)</a:t>
            </a:r>
            <a:r>
              <a:rPr lang="fa-IR" sz="2300" b="0" i="0" dirty="0">
                <a:effectLst/>
                <a:latin typeface="iranyekan"/>
              </a:rPr>
              <a:t>)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             ب</a:t>
            </a:r>
            <a:r>
              <a:rPr lang="ar-SA" sz="2300" b="0" i="0" dirty="0">
                <a:effectLst/>
                <a:latin typeface="iranyekan"/>
              </a:rPr>
              <a:t>رای مسائل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طبقه‌بندی ترتیبی</a:t>
            </a:r>
            <a:r>
              <a:rPr lang="ar-SA" sz="2300" b="0" i="0" dirty="0">
                <a:effectLst/>
                <a:latin typeface="iranyekan"/>
              </a:rPr>
              <a:t> استفاده می‌شود، مانند رتبه‌بندی کیفیت خدمات به عنوان ضعیف، متوسط، یا خوب</a:t>
            </a:r>
            <a:endParaRPr lang="fa-IR" sz="2300" b="0" i="0" dirty="0">
              <a:effectLst/>
              <a:latin typeface="iranyekan"/>
            </a:endParaRPr>
          </a:p>
        </p:txBody>
      </p:sp>
    </p:spTree>
    <p:extLst>
      <p:ext uri="{BB962C8B-B14F-4D97-AF65-F5344CB8AC3E}">
        <p14:creationId xmlns:p14="http://schemas.microsoft.com/office/powerpoint/2010/main" val="15590967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5457-929F-9C85-1514-6C7B01FD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6688"/>
            <a:ext cx="9603275" cy="602075"/>
          </a:xfrm>
        </p:spPr>
        <p:txBody>
          <a:bodyPr/>
          <a:lstStyle/>
          <a:p>
            <a:pPr algn="r" rtl="1"/>
            <a:r>
              <a:rPr lang="ar-SA" dirty="0"/>
              <a:t>کراس آنتروپی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94CE-1234-5E4F-9341-6F3594863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07750"/>
          </a:xfrm>
        </p:spPr>
        <p:txBody>
          <a:bodyPr>
            <a:normAutofit/>
          </a:bodyPr>
          <a:lstStyle/>
          <a:p>
            <a:pPr algn="r" rtl="1"/>
            <a:r>
              <a:rPr lang="ar-SA" sz="2400" dirty="0"/>
              <a:t>در دسته بندی معمولا از تابع اتلاف </a:t>
            </a:r>
            <a:r>
              <a:rPr lang="ar-SA" sz="2400" dirty="0">
                <a:solidFill>
                  <a:srgbClr val="FF0000"/>
                </a:solidFill>
              </a:rPr>
              <a:t>کراس آنتروپی</a:t>
            </a:r>
            <a:r>
              <a:rPr lang="ar-SA" sz="2400" dirty="0"/>
              <a:t> استفاده می‌شود</a:t>
            </a:r>
            <a:endParaRPr lang="fa-IR" sz="2400" dirty="0"/>
          </a:p>
          <a:p>
            <a:pPr algn="r" rtl="1"/>
            <a:r>
              <a:rPr lang="ar-SA" sz="2400" dirty="0"/>
              <a:t>دیگر محاسبه </a:t>
            </a:r>
            <a:r>
              <a:rPr lang="ar-SA" sz="2400" dirty="0">
                <a:solidFill>
                  <a:srgbClr val="FF0000"/>
                </a:solidFill>
              </a:rPr>
              <a:t>فاصله و اختلاف</a:t>
            </a:r>
            <a:r>
              <a:rPr lang="ar-SA" sz="2400" dirty="0"/>
              <a:t> بین خروجی </a:t>
            </a:r>
            <a:r>
              <a:rPr lang="ar-SA" sz="2400" dirty="0">
                <a:solidFill>
                  <a:srgbClr val="FF0000"/>
                </a:solidFill>
              </a:rPr>
              <a:t>پیش‌بینی و واقعی</a:t>
            </a:r>
            <a:r>
              <a:rPr lang="ar-SA" sz="2400" dirty="0"/>
              <a:t> کاربردی ندارد</a:t>
            </a:r>
            <a:r>
              <a:rPr lang="fa-IR" sz="2400" dirty="0"/>
              <a:t> بلکه </a:t>
            </a:r>
            <a:r>
              <a:rPr lang="ar-SA" sz="2400" dirty="0"/>
              <a:t>تابع اتلاف باید بگوید </a:t>
            </a:r>
            <a:r>
              <a:rPr lang="ar-SA" sz="2400" dirty="0">
                <a:solidFill>
                  <a:srgbClr val="FF0000"/>
                </a:solidFill>
              </a:rPr>
              <a:t>بله درست گفته‌ای</a:t>
            </a:r>
            <a:r>
              <a:rPr lang="fa-IR" sz="2400" dirty="0">
                <a:solidFill>
                  <a:srgbClr val="FF0000"/>
                </a:solidFill>
              </a:rPr>
              <a:t> یا خیر</a:t>
            </a:r>
            <a:r>
              <a:rPr lang="fa-IR" sz="2400" dirty="0"/>
              <a:t>!!</a:t>
            </a:r>
          </a:p>
          <a:p>
            <a:pPr algn="r" rtl="1"/>
            <a:r>
              <a:rPr lang="ar-SA" sz="2400" dirty="0"/>
              <a:t>تابع اتلاف کراس آنتروپی</a:t>
            </a:r>
            <a:r>
              <a:rPr lang="fa-IR" sz="2400" dirty="0"/>
              <a:t>:</a:t>
            </a:r>
          </a:p>
          <a:p>
            <a:pPr algn="r" rtl="1"/>
            <a:endParaRPr lang="fa-IR" sz="2400" dirty="0"/>
          </a:p>
          <a:p>
            <a:pPr algn="r" rtl="1"/>
            <a:r>
              <a:rPr lang="fa-IR" sz="2400" dirty="0"/>
              <a:t>رابطه یکپارچه:</a:t>
            </a:r>
          </a:p>
          <a:p>
            <a:pPr algn="r" rtl="1"/>
            <a:r>
              <a:rPr lang="fa-IR" sz="2400" dirty="0"/>
              <a:t>فرمول نهایی: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F6375-69A4-E504-08D1-61B94FE70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707" y="3429000"/>
            <a:ext cx="3927110" cy="1246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2D09D6-E314-3621-C096-DBA0118C3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31" y="4617882"/>
            <a:ext cx="5010462" cy="598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FDAE4C-6F6F-E466-7CAD-EA6494ECF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645" y="5216576"/>
            <a:ext cx="5273234" cy="8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442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5B47-B40C-1B28-EC7D-7B340BE3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76728"/>
            <a:ext cx="9603275" cy="677026"/>
          </a:xfrm>
        </p:spPr>
        <p:txBody>
          <a:bodyPr/>
          <a:lstStyle/>
          <a:p>
            <a:pPr algn="r" rtl="1"/>
            <a:r>
              <a:rPr lang="ar-SA" dirty="0"/>
              <a:t>کراس آنتروپی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1038-EBDF-A4BE-2C46-F22C0477A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2300" dirty="0"/>
              <a:t>تابع اتلاف کراس آنتروپی براساس مفهوم مهم آنتروپی در تئوری اطلاعات ساخته شده</a:t>
            </a:r>
            <a:endParaRPr lang="en-US" sz="2300" dirty="0"/>
          </a:p>
          <a:p>
            <a:pPr algn="r" rtl="1"/>
            <a:r>
              <a:rPr lang="ar-SA" sz="2300" dirty="0"/>
              <a:t>هرچه </a:t>
            </a:r>
            <a:r>
              <a:rPr lang="ar-SA" sz="2300" dirty="0">
                <a:solidFill>
                  <a:srgbClr val="FF0000"/>
                </a:solidFill>
              </a:rPr>
              <a:t>عدم قطعیت</a:t>
            </a:r>
            <a:r>
              <a:rPr lang="ar-SA" sz="2300" dirty="0"/>
              <a:t> یا </a:t>
            </a:r>
            <a:r>
              <a:rPr lang="ar-SA" sz="2300" dirty="0">
                <a:solidFill>
                  <a:srgbClr val="FF0000"/>
                </a:solidFill>
              </a:rPr>
              <a:t>اطلاعات بیشتر</a:t>
            </a:r>
            <a:r>
              <a:rPr lang="ar-SA" sz="2300" dirty="0"/>
              <a:t> باشد، </a:t>
            </a:r>
            <a:r>
              <a:rPr lang="ar-SA" sz="2300" dirty="0">
                <a:solidFill>
                  <a:srgbClr val="FF0000"/>
                </a:solidFill>
              </a:rPr>
              <a:t>آنتروپی بالاتر</a:t>
            </a:r>
            <a:r>
              <a:rPr lang="ar-SA" sz="2300" dirty="0"/>
              <a:t> است</a:t>
            </a:r>
            <a:endParaRPr lang="en-US" sz="2300" dirty="0"/>
          </a:p>
          <a:p>
            <a:pPr algn="r" rtl="1"/>
            <a:r>
              <a:rPr lang="fa-IR" sz="2300" dirty="0"/>
              <a:t>مثال:</a:t>
            </a:r>
          </a:p>
          <a:p>
            <a:pPr marL="0" indent="0" algn="r" rtl="1">
              <a:buNone/>
            </a:pPr>
            <a:r>
              <a:rPr lang="fa-IR" sz="2300" dirty="0"/>
              <a:t>     </a:t>
            </a:r>
            <a:r>
              <a:rPr lang="ar-SA" sz="2300" dirty="0"/>
              <a:t>پیش‌بینی بازی “استقلال-پرسپولیس” نسبت به بازی “استقلال-تیم دسته دوم” </a:t>
            </a:r>
            <a:r>
              <a:rPr lang="ar-SA" sz="2300" dirty="0">
                <a:solidFill>
                  <a:srgbClr val="FF0000"/>
                </a:solidFill>
              </a:rPr>
              <a:t>عدم قعطیت بیشتری</a:t>
            </a:r>
            <a:r>
              <a:rPr lang="ar-SA" sz="2300" dirty="0"/>
              <a:t> دارد (حدس زدنش سخت‌تر است) و بنابراین </a:t>
            </a:r>
            <a:r>
              <a:rPr lang="ar-SA" sz="2300" dirty="0">
                <a:solidFill>
                  <a:srgbClr val="FF0000"/>
                </a:solidFill>
              </a:rPr>
              <a:t>آنتروپی بالاتری </a:t>
            </a:r>
            <a:endParaRPr lang="en-GB" sz="2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180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Underfitting, Overfitting, and Regularization">
            <a:extLst>
              <a:ext uri="{FF2B5EF4-FFF2-40B4-BE49-F238E27FC236}">
                <a16:creationId xmlns:a16="http://schemas.microsoft.com/office/drawing/2014/main" id="{3C01F341-A02A-4066-ACAC-F51C3338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120" y="272291"/>
            <a:ext cx="9675760" cy="551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3254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8A1B-8ACE-CC21-67EC-E25CC94D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1718"/>
            <a:ext cx="9603275" cy="662036"/>
          </a:xfrm>
        </p:spPr>
        <p:txBody>
          <a:bodyPr/>
          <a:lstStyle/>
          <a:p>
            <a:pPr algn="r" rtl="1"/>
            <a:r>
              <a:rPr lang="fa-IR" dirty="0"/>
              <a:t>مفاهیم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AB11-968A-0A2D-ED3A-CB98568F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7789"/>
          </a:xfrm>
        </p:spPr>
        <p:txBody>
          <a:bodyPr>
            <a:noAutofit/>
          </a:bodyPr>
          <a:lstStyle/>
          <a:p>
            <a:pPr algn="r" rtl="1"/>
            <a:r>
              <a:rPr lang="ar-SA" sz="2300" b="1" i="0" dirty="0">
                <a:effectLst/>
                <a:latin typeface="iranyekan"/>
              </a:rPr>
              <a:t>بیش برازش </a:t>
            </a:r>
            <a:r>
              <a:rPr lang="en-GB" sz="2300" b="1" i="0" dirty="0">
                <a:effectLst/>
                <a:latin typeface="iranyekan"/>
              </a:rPr>
              <a:t>Overfitting)</a:t>
            </a:r>
            <a:r>
              <a:rPr lang="fa-IR" sz="2300" b="1" i="0" dirty="0">
                <a:effectLst/>
                <a:latin typeface="iranyekan"/>
              </a:rPr>
              <a:t>)</a:t>
            </a:r>
            <a:r>
              <a:rPr lang="fa-IR" sz="2300" b="0" i="0" dirty="0">
                <a:effectLst/>
                <a:latin typeface="iranyekan"/>
              </a:rPr>
              <a:t>: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</a:t>
            </a:r>
            <a:r>
              <a:rPr lang="ar-SA" sz="2300" b="0" i="0" dirty="0">
                <a:effectLst/>
                <a:latin typeface="iranyekan"/>
              </a:rPr>
              <a:t>بیش برازش زمانی اتفاق می‌افتد که مدل به داده‌های آموزشی به‌طور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غیرمنطقی عادت</a:t>
            </a:r>
            <a:r>
              <a:rPr lang="ar-SA" sz="2300" b="0" i="0" dirty="0">
                <a:effectLst/>
                <a:latin typeface="iranyekan"/>
              </a:rPr>
              <a:t> کند و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الگوهای نویزی</a:t>
            </a:r>
            <a:r>
              <a:rPr lang="ar-SA" sz="2300" b="0" i="0" dirty="0">
                <a:effectLst/>
                <a:latin typeface="iranyekan"/>
              </a:rPr>
              <a:t> و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تصادفی</a:t>
            </a:r>
            <a:r>
              <a:rPr lang="ar-SA" sz="2300" b="0" i="0" dirty="0">
                <a:effectLst/>
                <a:latin typeface="iranyekan"/>
              </a:rPr>
              <a:t> موجود در داده‌ها را نیز یاد بگیرد. این باعث می‌شود که مدل در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داده‌های آموزشی دقت بالایی</a:t>
            </a:r>
            <a:r>
              <a:rPr lang="ar-SA" sz="2300" b="0" i="0" dirty="0">
                <a:effectLst/>
                <a:latin typeface="iranyekan"/>
              </a:rPr>
              <a:t> داشته باشد، اما در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داده‌های جدید عملکرد ضعیفی</a:t>
            </a:r>
            <a:r>
              <a:rPr lang="ar-SA" sz="2300" b="0" i="0" dirty="0">
                <a:effectLst/>
                <a:latin typeface="iranyekan"/>
              </a:rPr>
              <a:t> نشان دهد</a:t>
            </a:r>
            <a:r>
              <a:rPr lang="fa-IR" sz="2300" dirty="0">
                <a:latin typeface="iranyekan"/>
              </a:rPr>
              <a:t>.</a:t>
            </a:r>
          </a:p>
          <a:p>
            <a:pPr algn="r" rtl="1"/>
            <a:r>
              <a:rPr lang="fa-IR" sz="2300" b="0" i="0" dirty="0">
                <a:effectLst/>
                <a:latin typeface="iranyekan"/>
              </a:rPr>
              <a:t>دلایل: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1- </a:t>
            </a:r>
            <a:r>
              <a:rPr lang="ar-SA" sz="2300" b="0" i="0" dirty="0">
                <a:effectLst/>
                <a:latin typeface="iranyekan"/>
              </a:rPr>
              <a:t>پیچیدگی مدل</a:t>
            </a:r>
            <a:r>
              <a:rPr lang="fa-IR" sz="2300" b="0" i="0" dirty="0">
                <a:effectLst/>
                <a:latin typeface="iranyekan"/>
              </a:rPr>
              <a:t>        2- </a:t>
            </a:r>
            <a:r>
              <a:rPr lang="ar-SA" sz="2300" b="0" i="0" dirty="0">
                <a:effectLst/>
                <a:latin typeface="iranyekan"/>
              </a:rPr>
              <a:t>تعداد کم داده‌های آموزشی</a:t>
            </a:r>
            <a:r>
              <a:rPr lang="fa-IR" sz="2300" b="0" i="0" dirty="0">
                <a:effectLst/>
                <a:latin typeface="iranyekan"/>
              </a:rPr>
              <a:t>       3- </a:t>
            </a:r>
            <a:r>
              <a:rPr lang="ar-SA" sz="2300" b="0" i="0" dirty="0">
                <a:effectLst/>
                <a:latin typeface="iranyekan"/>
              </a:rPr>
              <a:t>نویز در داده‌ها</a:t>
            </a:r>
            <a:endParaRPr lang="fa-IR" sz="2300" b="0" i="0" dirty="0">
              <a:effectLst/>
              <a:latin typeface="iranyekan"/>
            </a:endParaRPr>
          </a:p>
          <a:p>
            <a:pPr algn="r" rtl="1"/>
            <a:r>
              <a:rPr lang="fa-IR" sz="2300" dirty="0">
                <a:latin typeface="iranyekan"/>
              </a:rPr>
              <a:t>راهکار:</a:t>
            </a: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1- </a:t>
            </a:r>
            <a:r>
              <a:rPr lang="ar-SA" sz="2300" b="0" i="0" dirty="0">
                <a:effectLst/>
                <a:latin typeface="iranyekan"/>
              </a:rPr>
              <a:t>اعتبارسنجی متقاطع</a:t>
            </a:r>
            <a:r>
              <a:rPr lang="fa-IR" sz="2300" b="0" i="0" dirty="0">
                <a:effectLst/>
                <a:latin typeface="iranyekan"/>
              </a:rPr>
              <a:t>     2- </a:t>
            </a:r>
            <a:r>
              <a:rPr lang="ar-SA" sz="2300" b="0" i="0" dirty="0">
                <a:effectLst/>
                <a:latin typeface="iranyekan"/>
              </a:rPr>
              <a:t>تنظیم پارامترها</a:t>
            </a:r>
            <a:r>
              <a:rPr lang="fa-IR" sz="2300" b="0" i="0" dirty="0">
                <a:effectLst/>
                <a:latin typeface="iranyekan"/>
              </a:rPr>
              <a:t>      3- </a:t>
            </a:r>
            <a:r>
              <a:rPr lang="ar-SA" sz="2300" b="0" i="0" dirty="0">
                <a:effectLst/>
                <a:latin typeface="iranyekan"/>
              </a:rPr>
              <a:t>کاهش پیچیدگی مدل</a:t>
            </a:r>
            <a:endParaRPr lang="en-GB" sz="2300" b="0" i="0" dirty="0">
              <a:effectLst/>
              <a:latin typeface="iranyekan"/>
            </a:endParaRPr>
          </a:p>
        </p:txBody>
      </p:sp>
    </p:spTree>
    <p:extLst>
      <p:ext uri="{BB962C8B-B14F-4D97-AF65-F5344CB8AC3E}">
        <p14:creationId xmlns:p14="http://schemas.microsoft.com/office/powerpoint/2010/main" val="9391340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74DB-D2E1-F2E3-A1D2-A4569BE2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9154"/>
            <a:ext cx="9603275" cy="564600"/>
          </a:xfrm>
        </p:spPr>
        <p:txBody>
          <a:bodyPr/>
          <a:lstStyle/>
          <a:p>
            <a:pPr algn="r" rtl="1"/>
            <a:r>
              <a:rPr lang="fa-IR" dirty="0"/>
              <a:t>مفاهیم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EE440-2579-31B2-472F-AB6D90A2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3266"/>
            <a:ext cx="9603275" cy="4070275"/>
          </a:xfrm>
        </p:spPr>
        <p:txBody>
          <a:bodyPr>
            <a:noAutofit/>
          </a:bodyPr>
          <a:lstStyle/>
          <a:p>
            <a:pPr algn="r" rtl="1"/>
            <a:r>
              <a:rPr lang="ar-SA" sz="2300" b="1" i="0" dirty="0">
                <a:effectLst/>
                <a:latin typeface="iranyekan"/>
              </a:rPr>
              <a:t>کم برازش </a:t>
            </a:r>
            <a:r>
              <a:rPr lang="en-GB" sz="2300" b="1" i="0" dirty="0">
                <a:effectLst/>
                <a:latin typeface="iranyekan"/>
              </a:rPr>
              <a:t>Underfitting)</a:t>
            </a:r>
            <a:r>
              <a:rPr lang="fa-IR" sz="2300" b="1" i="0" dirty="0">
                <a:effectLst/>
                <a:latin typeface="iranyekan"/>
              </a:rPr>
              <a:t>):</a:t>
            </a: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   </a:t>
            </a:r>
            <a:r>
              <a:rPr lang="ar-SA" sz="2300" b="0" i="0" dirty="0">
                <a:effectLst/>
                <a:latin typeface="iranyekan"/>
              </a:rPr>
              <a:t>کم برازش زمانی اتفاق می‌افتد که مدل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نتواند الگوهای اصلی</a:t>
            </a:r>
            <a:r>
              <a:rPr lang="ar-SA" sz="2300" b="0" i="0" dirty="0">
                <a:effectLst/>
                <a:latin typeface="iranyekan"/>
              </a:rPr>
              <a:t> موجود در داده‌های آموزشی را به درستی یاد بگیرد. این باعث می‌شود که مدل نه تنها در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داده‌های جدید</a:t>
            </a:r>
            <a:r>
              <a:rPr lang="ar-SA" sz="2300" b="0" i="0" dirty="0">
                <a:effectLst/>
                <a:latin typeface="iranyekan"/>
              </a:rPr>
              <a:t>، بلکه در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داده‌های آموزشی</a:t>
            </a:r>
            <a:r>
              <a:rPr lang="ar-SA" sz="2300" b="0" i="0" dirty="0">
                <a:effectLst/>
                <a:latin typeface="iranyekan"/>
              </a:rPr>
              <a:t> نیز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عملکرد ضعیفی</a:t>
            </a:r>
            <a:r>
              <a:rPr lang="ar-SA" sz="2300" b="0" i="0" dirty="0">
                <a:effectLst/>
                <a:latin typeface="iranyekan"/>
              </a:rPr>
              <a:t> داشته باشد</a:t>
            </a:r>
            <a:endParaRPr lang="fa-IR" sz="2300" b="0" i="0" dirty="0">
              <a:effectLst/>
              <a:latin typeface="iranyekan"/>
            </a:endParaRPr>
          </a:p>
          <a:p>
            <a:pPr algn="r" rtl="1"/>
            <a:r>
              <a:rPr lang="fa-IR" sz="2300" b="0" i="0" dirty="0">
                <a:effectLst/>
                <a:latin typeface="iranyekan"/>
              </a:rPr>
              <a:t>دلایل: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  1- </a:t>
            </a:r>
            <a:r>
              <a:rPr lang="ar-SA" sz="2300" b="0" i="0" dirty="0">
                <a:effectLst/>
                <a:latin typeface="iranyekan"/>
              </a:rPr>
              <a:t>سادگی بیش از حد مدل</a:t>
            </a:r>
            <a:r>
              <a:rPr lang="fa-IR" sz="2300" dirty="0">
                <a:latin typeface="iranyekan"/>
              </a:rPr>
              <a:t>       2- </a:t>
            </a:r>
            <a:r>
              <a:rPr lang="ar-SA" sz="2300" b="0" i="0" dirty="0">
                <a:effectLst/>
                <a:latin typeface="iranyekan"/>
              </a:rPr>
              <a:t>عدم کفایت ویژگی‌ها</a:t>
            </a:r>
            <a:endParaRPr lang="fa-IR" sz="2300" dirty="0">
              <a:latin typeface="iranyekan"/>
            </a:endParaRPr>
          </a:p>
          <a:p>
            <a:pPr algn="r" rtl="1"/>
            <a:r>
              <a:rPr lang="fa-IR" sz="2300" b="0" i="0" dirty="0">
                <a:effectLst/>
                <a:latin typeface="iranyekan"/>
              </a:rPr>
              <a:t>راهکار:</a:t>
            </a: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  1- </a:t>
            </a:r>
            <a:r>
              <a:rPr lang="ar-SA" sz="2300" b="0" i="0" dirty="0">
                <a:effectLst/>
                <a:latin typeface="iranyekan"/>
              </a:rPr>
              <a:t>افزایش پیچیدگی مدل</a:t>
            </a:r>
            <a:r>
              <a:rPr lang="fa-IR" sz="2300" b="0" i="0" dirty="0">
                <a:effectLst/>
                <a:latin typeface="iranyekan"/>
              </a:rPr>
              <a:t>         2- </a:t>
            </a:r>
            <a:r>
              <a:rPr lang="ar-SA" sz="2300" b="0" i="0" dirty="0">
                <a:effectLst/>
                <a:latin typeface="iranyekan"/>
              </a:rPr>
              <a:t>افزودن ویژگی‌ها</a:t>
            </a:r>
            <a:r>
              <a:rPr lang="fa-IR" sz="2300" b="0" i="0" dirty="0">
                <a:effectLst/>
                <a:latin typeface="iranyekan"/>
              </a:rPr>
              <a:t>         3- </a:t>
            </a:r>
            <a:r>
              <a:rPr lang="ar-SA" sz="2300" b="0" i="0" dirty="0">
                <a:effectLst/>
                <a:latin typeface="iranyekan"/>
              </a:rPr>
              <a:t>استفاده از مدل‌های ترکیبی</a:t>
            </a:r>
            <a:r>
              <a:rPr lang="fa-IR" sz="2300" b="0" i="0" dirty="0">
                <a:effectLst/>
                <a:latin typeface="iranyekan"/>
              </a:rPr>
              <a:t> -&gt;؟؟/؟؟؟؟</a:t>
            </a:r>
            <a:endParaRPr lang="en-GB" sz="2300" b="0" i="0" dirty="0">
              <a:effectLst/>
              <a:latin typeface="iranyekan"/>
            </a:endParaRPr>
          </a:p>
          <a:p>
            <a:pPr algn="r" rtl="1"/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6402398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9B4FE6-FCC2-5E47-28B6-63C61F8F2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622599"/>
              </p:ext>
            </p:extLst>
          </p:nvPr>
        </p:nvGraphicFramePr>
        <p:xfrm>
          <a:off x="5951095" y="104878"/>
          <a:ext cx="6173448" cy="5741285"/>
        </p:xfrm>
        <a:graphic>
          <a:graphicData uri="http://schemas.openxmlformats.org/drawingml/2006/table">
            <a:tbl>
              <a:tblPr rtl="1">
                <a:tableStyleId>{08FB837D-C827-4EFA-A057-4D05807E0F7C}</a:tableStyleId>
              </a:tblPr>
              <a:tblGrid>
                <a:gridCol w="2057816">
                  <a:extLst>
                    <a:ext uri="{9D8B030D-6E8A-4147-A177-3AD203B41FA5}">
                      <a16:colId xmlns:a16="http://schemas.microsoft.com/office/drawing/2014/main" val="1982238418"/>
                    </a:ext>
                  </a:extLst>
                </a:gridCol>
                <a:gridCol w="2057816">
                  <a:extLst>
                    <a:ext uri="{9D8B030D-6E8A-4147-A177-3AD203B41FA5}">
                      <a16:colId xmlns:a16="http://schemas.microsoft.com/office/drawing/2014/main" val="1279597824"/>
                    </a:ext>
                  </a:extLst>
                </a:gridCol>
                <a:gridCol w="2057816">
                  <a:extLst>
                    <a:ext uri="{9D8B030D-6E8A-4147-A177-3AD203B41FA5}">
                      <a16:colId xmlns:a16="http://schemas.microsoft.com/office/drawing/2014/main" val="1851494326"/>
                    </a:ext>
                  </a:extLst>
                </a:gridCol>
              </a:tblGrid>
              <a:tr h="521935">
                <a:tc>
                  <a:txBody>
                    <a:bodyPr/>
                    <a:lstStyle/>
                    <a:p>
                      <a:pPr algn="ctr" rtl="1" fontAlgn="t" latinLnBrk="0"/>
                      <a:r>
                        <a:rPr lang="ar-SA" sz="2000" b="0" dirty="0">
                          <a:effectLst/>
                        </a:rPr>
                        <a:t>ویژگی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t" latinLnBrk="0"/>
                      <a:r>
                        <a:rPr lang="ar-SA" sz="2000" b="0">
                          <a:effectLst/>
                        </a:rPr>
                        <a:t>بیش برازش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t" latinLnBrk="0"/>
                      <a:r>
                        <a:rPr lang="ar-SA" sz="2000" b="0">
                          <a:effectLst/>
                        </a:rPr>
                        <a:t>کم برازش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3667696741"/>
                  </a:ext>
                </a:extLst>
              </a:tr>
              <a:tr h="1304838"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b="0">
                          <a:effectLst/>
                        </a:rPr>
                        <a:t>دقت در داده‌های آموزشی</a:t>
                      </a:r>
                      <a:endParaRPr lang="ar-SA" sz="2000">
                        <a:effectLst/>
                      </a:endParaRP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>
                          <a:effectLst/>
                        </a:rPr>
                        <a:t>بالا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dirty="0">
                          <a:effectLst/>
                        </a:rPr>
                        <a:t>پایین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607865094"/>
                  </a:ext>
                </a:extLst>
              </a:tr>
              <a:tr h="913386"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b="0">
                          <a:effectLst/>
                        </a:rPr>
                        <a:t>دقت در داده‌های جدید</a:t>
                      </a:r>
                      <a:endParaRPr lang="ar-SA" sz="2000">
                        <a:effectLst/>
                      </a:endParaRP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>
                          <a:effectLst/>
                        </a:rPr>
                        <a:t>پایین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>
                          <a:effectLst/>
                        </a:rPr>
                        <a:t>پایین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822473505"/>
                  </a:ext>
                </a:extLst>
              </a:tr>
              <a:tr h="913386"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b="0" dirty="0">
                          <a:effectLst/>
                        </a:rPr>
                        <a:t>علت اصلی</a:t>
                      </a:r>
                      <a:endParaRPr lang="ar-SA" sz="2000" dirty="0">
                        <a:effectLst/>
                      </a:endParaRP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>
                          <a:effectLst/>
                        </a:rPr>
                        <a:t>پیچیدگی مدل یا داده‌های نویزی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dirty="0">
                          <a:effectLst/>
                        </a:rPr>
                        <a:t>سادگی مدل یا کمبود ویژگی‌ها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2192581723"/>
                  </a:ext>
                </a:extLst>
              </a:tr>
              <a:tr h="2087740"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b="0">
                          <a:effectLst/>
                        </a:rPr>
                        <a:t>راه‌های جلوگیری</a:t>
                      </a:r>
                      <a:endParaRPr lang="ar-SA" sz="2000">
                        <a:effectLst/>
                      </a:endParaRP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dirty="0">
                          <a:effectLst/>
                        </a:rPr>
                        <a:t>استفاده از </a:t>
                      </a:r>
                      <a:r>
                        <a:rPr lang="en-GB" sz="2000" dirty="0">
                          <a:effectLst/>
                        </a:rPr>
                        <a:t>regularization، </a:t>
                      </a:r>
                      <a:r>
                        <a:rPr lang="ar-SA" sz="2000" dirty="0">
                          <a:effectLst/>
                        </a:rPr>
                        <a:t>اعتبارسنجی متقاطع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 algn="ctr" rtl="1" fontAlgn="base" latinLnBrk="0"/>
                      <a:r>
                        <a:rPr lang="ar-SA" sz="2000" dirty="0">
                          <a:effectLst/>
                        </a:rPr>
                        <a:t>استفاده از مدل‌های پیچیده‌تر، افزودن ویژگی‌ها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338747479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093CE6A-F0C9-CF66-E529-12D15D54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349"/>
            <a:ext cx="5951095" cy="538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138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984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D89B-EA47-A3C9-9610-739107B5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9154"/>
            <a:ext cx="9603275" cy="564600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pic>
        <p:nvPicPr>
          <p:cNvPr id="1026" name="Picture 2" descr="داده سبز به کدام کلاس تعلق دارد؟">
            <a:extLst>
              <a:ext uri="{FF2B5EF4-FFF2-40B4-BE49-F238E27FC236}">
                <a16:creationId xmlns:a16="http://schemas.microsoft.com/office/drawing/2014/main" id="{0CC854A0-A89F-F6EC-38C1-857D9D5A82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51" y="1853754"/>
            <a:ext cx="8739265" cy="429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599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750D-E7CD-24B9-30CC-CA9B71A4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6649"/>
            <a:ext cx="9603275" cy="557105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E1C37-954A-843A-2E7E-DF3363B17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8452" y="1926236"/>
            <a:ext cx="4886402" cy="4069830"/>
          </a:xfrm>
        </p:spPr>
        <p:txBody>
          <a:bodyPr>
            <a:normAutofit/>
          </a:bodyPr>
          <a:lstStyle/>
          <a:p>
            <a:pPr algn="r" rtl="1"/>
            <a:r>
              <a:rPr lang="ar-SA" sz="2400" dirty="0"/>
              <a:t>الگوریتم </a:t>
            </a:r>
            <a:r>
              <a:rPr lang="en-GB" sz="2400" b="1" dirty="0"/>
              <a:t>K-Nearest </a:t>
            </a:r>
            <a:r>
              <a:rPr lang="en-GB" sz="2400" b="1" dirty="0" err="1"/>
              <a:t>Neighbors</a:t>
            </a:r>
            <a:r>
              <a:rPr lang="en-GB" sz="2400" dirty="0"/>
              <a:t> </a:t>
            </a:r>
            <a:r>
              <a:rPr lang="fa-IR" sz="2400" dirty="0"/>
              <a:t> </a:t>
            </a:r>
            <a:r>
              <a:rPr lang="ar-SA" sz="2400" dirty="0"/>
              <a:t>یک روش یادگیری نظارت‌شده</a:t>
            </a:r>
            <a:r>
              <a:rPr lang="en-GB" sz="2400" dirty="0"/>
              <a:t>Supervised Learning) </a:t>
            </a:r>
            <a:r>
              <a:rPr lang="fa-IR" sz="2400" dirty="0"/>
              <a:t>) </a:t>
            </a:r>
            <a:r>
              <a:rPr lang="ar-SA" sz="2400" b="0" i="0" dirty="0">
                <a:effectLst/>
                <a:latin typeface="iranyekan"/>
              </a:rPr>
              <a:t>غیرپارامتری</a:t>
            </a:r>
            <a:r>
              <a:rPr lang="fa-IR" sz="2400" b="0" i="0" dirty="0">
                <a:effectLst/>
                <a:latin typeface="iranyekan"/>
              </a:rPr>
              <a:t> </a:t>
            </a:r>
            <a:r>
              <a:rPr lang="ar-SA" sz="2400" dirty="0"/>
              <a:t>است</a:t>
            </a:r>
          </a:p>
          <a:p>
            <a:pPr algn="r" rtl="1"/>
            <a:r>
              <a:rPr lang="ar-SA" sz="2400" dirty="0"/>
              <a:t>برای مسائل </a:t>
            </a:r>
            <a:r>
              <a:rPr lang="ar-SA" sz="2400" b="1" dirty="0"/>
              <a:t>طبقه‌بندی</a:t>
            </a:r>
            <a:r>
              <a:rPr lang="en-GB" sz="2400" b="1" dirty="0"/>
              <a:t>Classification)</a:t>
            </a:r>
            <a:r>
              <a:rPr lang="en-GB" sz="2400" dirty="0"/>
              <a:t> </a:t>
            </a:r>
            <a:r>
              <a:rPr lang="fa-IR" sz="2400" dirty="0"/>
              <a:t>) </a:t>
            </a:r>
            <a:r>
              <a:rPr lang="ar-SA" sz="2400" dirty="0"/>
              <a:t>و </a:t>
            </a:r>
            <a:r>
              <a:rPr lang="ar-SA" sz="2400" b="1" dirty="0"/>
              <a:t>رگرسیون</a:t>
            </a:r>
            <a:r>
              <a:rPr lang="en-GB" sz="2400" b="1" dirty="0"/>
              <a:t>Regression)</a:t>
            </a:r>
            <a:r>
              <a:rPr lang="en-GB" sz="2400" dirty="0"/>
              <a:t> </a:t>
            </a:r>
            <a:r>
              <a:rPr lang="fa-IR" sz="2400" dirty="0"/>
              <a:t>) </a:t>
            </a:r>
            <a:r>
              <a:rPr lang="ar-SA" sz="2400" dirty="0"/>
              <a:t>به کار می‌رود</a:t>
            </a:r>
          </a:p>
          <a:p>
            <a:pPr algn="r" rtl="1"/>
            <a:r>
              <a:rPr lang="ar-SA" sz="2400" dirty="0"/>
              <a:t>این الگوریتم بر اساس اصل ساده اما قدرتمند "شباهت" عمل می‌کند</a:t>
            </a:r>
          </a:p>
        </p:txBody>
      </p:sp>
      <p:pic>
        <p:nvPicPr>
          <p:cNvPr id="2050" name="Picture 2" descr="داده آموزش (آبی و قرمز) و تست (سفید)">
            <a:extLst>
              <a:ext uri="{FF2B5EF4-FFF2-40B4-BE49-F238E27FC236}">
                <a16:creationId xmlns:a16="http://schemas.microsoft.com/office/drawing/2014/main" id="{35785916-C9EC-3A83-C907-9FC863937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1" y="1853754"/>
            <a:ext cx="5963588" cy="426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694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4457-2A4C-447B-3B09-49F0E28B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6689"/>
            <a:ext cx="9603275" cy="617065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A941-387F-FD2E-3D59-36E4511A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9728"/>
          </a:xfrm>
        </p:spPr>
        <p:txBody>
          <a:bodyPr>
            <a:noAutofit/>
          </a:bodyPr>
          <a:lstStyle/>
          <a:p>
            <a:pPr algn="r" rtl="1"/>
            <a:r>
              <a:rPr lang="ar-SA" sz="2300" b="1" dirty="0"/>
              <a:t>طبقه‌بندی</a:t>
            </a:r>
            <a:r>
              <a:rPr lang="ar-SA" sz="2300" dirty="0"/>
              <a:t>: برچسب اکثریت در میان</a:t>
            </a:r>
            <a:r>
              <a:rPr lang="en-GB" sz="2300" dirty="0">
                <a:effectLst/>
              </a:rPr>
              <a:t>k</a:t>
            </a:r>
            <a:r>
              <a:rPr lang="en-GB" sz="2300" dirty="0"/>
              <a:t> </a:t>
            </a:r>
            <a:r>
              <a:rPr lang="ar-SA" sz="2300" dirty="0"/>
              <a:t>همسایه نزدیک به نمونه جدید اختصاص داده می‌شود.</a:t>
            </a:r>
          </a:p>
          <a:p>
            <a:pPr algn="r" rtl="1"/>
            <a:r>
              <a:rPr lang="ar-SA" sz="2300" b="1" dirty="0"/>
              <a:t>رگرسیون</a:t>
            </a:r>
            <a:r>
              <a:rPr lang="ar-SA" sz="2300" dirty="0"/>
              <a:t>: میانگین (یا میانگین وزنی) مقادیر</a:t>
            </a:r>
            <a:r>
              <a:rPr lang="en-GB" sz="2300" dirty="0"/>
              <a:t>k </a:t>
            </a:r>
            <a:r>
              <a:rPr lang="ar-SA" sz="2300" dirty="0"/>
              <a:t>همسایه نزدیک محاسبه می‌شود.</a:t>
            </a:r>
            <a:endParaRPr lang="fa-IR" sz="2300" dirty="0"/>
          </a:p>
          <a:p>
            <a:pPr algn="r" rtl="1"/>
            <a:r>
              <a:rPr lang="en-GB" sz="2300" dirty="0">
                <a:effectLst/>
              </a:rPr>
              <a:t>KNN </a:t>
            </a:r>
            <a:r>
              <a:rPr lang="fa-IR" sz="2300" dirty="0">
                <a:effectLst/>
              </a:rPr>
              <a:t> </a:t>
            </a:r>
            <a:r>
              <a:rPr lang="ar-SA" sz="2300" dirty="0">
                <a:effectLst/>
              </a:rPr>
              <a:t>یک الگوریتم </a:t>
            </a:r>
            <a:r>
              <a:rPr lang="ar-SA" sz="2300" b="1" dirty="0">
                <a:solidFill>
                  <a:srgbClr val="FF0000"/>
                </a:solidFill>
                <a:effectLst/>
              </a:rPr>
              <a:t>غیرپارامتری</a:t>
            </a:r>
            <a:r>
              <a:rPr lang="en-GB" sz="2300" b="1" dirty="0">
                <a:solidFill>
                  <a:srgbClr val="FF0000"/>
                </a:solidFill>
                <a:effectLst/>
              </a:rPr>
              <a:t>Non-parametric)</a:t>
            </a:r>
            <a:r>
              <a:rPr lang="en-GB" sz="2300" dirty="0">
                <a:solidFill>
                  <a:srgbClr val="FF0000"/>
                </a:solidFill>
                <a:effectLst/>
              </a:rPr>
              <a:t> </a:t>
            </a:r>
            <a:r>
              <a:rPr lang="fa-IR" sz="2300" dirty="0">
                <a:solidFill>
                  <a:srgbClr val="FF0000"/>
                </a:solidFill>
                <a:effectLst/>
              </a:rPr>
              <a:t>) </a:t>
            </a:r>
            <a:r>
              <a:rPr lang="ar-SA" sz="2300" dirty="0">
                <a:effectLst/>
              </a:rPr>
              <a:t>و </a:t>
            </a:r>
            <a:r>
              <a:rPr lang="ar-SA" sz="2300" b="1" dirty="0">
                <a:solidFill>
                  <a:srgbClr val="FF0000"/>
                </a:solidFill>
                <a:effectLst/>
              </a:rPr>
              <a:t>مبتنی بر نمونه</a:t>
            </a:r>
            <a:r>
              <a:rPr lang="en-GB" sz="2300" b="1" dirty="0">
                <a:solidFill>
                  <a:srgbClr val="FF0000"/>
                </a:solidFill>
                <a:effectLst/>
              </a:rPr>
              <a:t>Instance-based)</a:t>
            </a:r>
            <a:r>
              <a:rPr lang="en-GB" sz="2300" dirty="0">
                <a:solidFill>
                  <a:srgbClr val="FF0000"/>
                </a:solidFill>
                <a:effectLst/>
              </a:rPr>
              <a:t> </a:t>
            </a:r>
            <a:r>
              <a:rPr lang="fa-IR" sz="2300" dirty="0">
                <a:solidFill>
                  <a:srgbClr val="FF0000"/>
                </a:solidFill>
                <a:effectLst/>
              </a:rPr>
              <a:t>)</a:t>
            </a:r>
            <a:r>
              <a:rPr lang="ar-SA" sz="2300" dirty="0">
                <a:effectLst/>
              </a:rPr>
              <a:t>است. </a:t>
            </a:r>
            <a:endParaRPr lang="fa-IR" sz="2300" dirty="0">
              <a:effectLst/>
            </a:endParaRPr>
          </a:p>
          <a:p>
            <a:pPr algn="r" rtl="1"/>
            <a:r>
              <a:rPr lang="fa-IR" sz="2300" dirty="0">
                <a:effectLst/>
              </a:rPr>
              <a:t>پس </a:t>
            </a:r>
            <a:r>
              <a:rPr lang="ar-SA" sz="2300" dirty="0">
                <a:effectLst/>
              </a:rPr>
              <a:t>هیچ مدل صریحی در مرحله آموزش ساخته نمی‌شود و پیش‌بینی‌ها مستقیماً با استفاده از کل مجموعه داده آموزشی انجام می‌شوند.</a:t>
            </a:r>
            <a:endParaRPr lang="fa-IR" sz="23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093143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35CC78-67D4-4496-8DC8-013A5708FD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53699"/>
              </p:ext>
            </p:extLst>
          </p:nvPr>
        </p:nvGraphicFramePr>
        <p:xfrm>
          <a:off x="113257" y="254971"/>
          <a:ext cx="1037236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5A85AE-1EAD-AE63-5D60-9A4785E9412B}"/>
              </a:ext>
            </a:extLst>
          </p:cNvPr>
          <p:cNvSpPr txBox="1"/>
          <p:nvPr/>
        </p:nvSpPr>
        <p:spPr>
          <a:xfrm>
            <a:off x="9856032" y="2425695"/>
            <a:ext cx="2417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3200" dirty="0"/>
              <a:t>الگوریتم </a:t>
            </a:r>
            <a:r>
              <a:rPr lang="en-GB" sz="3200" dirty="0"/>
              <a:t>KNN </a:t>
            </a:r>
            <a:r>
              <a:rPr lang="ar-SA" sz="3200" dirty="0"/>
              <a:t>برای طبقه بندی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39416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محاسبه فاصله بین یک نمونه تست با سایر نمونه‌های آموزش">
            <a:extLst>
              <a:ext uri="{FF2B5EF4-FFF2-40B4-BE49-F238E27FC236}">
                <a16:creationId xmlns:a16="http://schemas.microsoft.com/office/drawing/2014/main" id="{3D3BC7E4-BD7F-4600-0A64-59DB4FFE3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597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K همسایه نزدیک تر نمونه تست">
            <a:extLst>
              <a:ext uri="{FF2B5EF4-FFF2-40B4-BE49-F238E27FC236}">
                <a16:creationId xmlns:a16="http://schemas.microsoft.com/office/drawing/2014/main" id="{5FE1990D-28CD-BDD8-6AB5-E4D3D2A02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597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3925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الگوریتم KNN پیش‌بینی کرده است که داده تست ما به کلاس آبی تعلق دارد.">
            <a:extLst>
              <a:ext uri="{FF2B5EF4-FFF2-40B4-BE49-F238E27FC236}">
                <a16:creationId xmlns:a16="http://schemas.microsoft.com/office/drawing/2014/main" id="{DAEDFF37-0D61-52B3-B1EB-7D537F87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065" y="269823"/>
            <a:ext cx="9151495" cy="563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5109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B02C-6234-C1CF-1741-CE7BD1CE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6708"/>
            <a:ext cx="9603275" cy="647046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595A4-1F90-AC76-7F28-6E951114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84" y="1853753"/>
            <a:ext cx="10725071" cy="4269730"/>
          </a:xfrm>
        </p:spPr>
        <p:txBody>
          <a:bodyPr>
            <a:noAutofit/>
          </a:bodyPr>
          <a:lstStyle/>
          <a:p>
            <a:pPr algn="r" rtl="1"/>
            <a:r>
              <a:rPr lang="ar-SA" sz="2100" dirty="0"/>
              <a:t>پارامتر</a:t>
            </a:r>
            <a:r>
              <a:rPr lang="fa-IR" sz="2100" dirty="0"/>
              <a:t>(</a:t>
            </a:r>
            <a:r>
              <a:rPr lang="en-GB" sz="2100" dirty="0"/>
              <a:t>k</a:t>
            </a:r>
            <a:r>
              <a:rPr lang="fa-IR" sz="2100" dirty="0"/>
              <a:t> = </a:t>
            </a:r>
            <a:r>
              <a:rPr lang="ar-SA" sz="2100" dirty="0"/>
              <a:t>تعداد همسایگان) تأثیر زیادی بر عملکرد </a:t>
            </a:r>
            <a:r>
              <a:rPr lang="en-GB" sz="2100" dirty="0"/>
              <a:t>KNN </a:t>
            </a:r>
            <a:r>
              <a:rPr lang="fa-IR" sz="2100" dirty="0"/>
              <a:t> </a:t>
            </a:r>
            <a:r>
              <a:rPr lang="ar-SA" sz="2100" dirty="0"/>
              <a:t>دارد:</a:t>
            </a:r>
            <a:endParaRPr lang="fa-IR" sz="2100" dirty="0"/>
          </a:p>
          <a:p>
            <a:pPr marL="0" indent="0" algn="r" rtl="1">
              <a:buNone/>
            </a:pPr>
            <a:r>
              <a:rPr lang="fa-IR" dirty="0">
                <a:effectLst/>
              </a:rPr>
              <a:t>    </a:t>
            </a:r>
            <a:r>
              <a:rPr lang="en-GB" dirty="0">
                <a:solidFill>
                  <a:srgbClr val="FF0000"/>
                </a:solidFill>
                <a:effectLst/>
              </a:rPr>
              <a:t>K</a:t>
            </a:r>
            <a:r>
              <a:rPr lang="fa-IR" dirty="0">
                <a:solidFill>
                  <a:srgbClr val="FF0000"/>
                </a:solidFill>
                <a:effectLst/>
              </a:rPr>
              <a:t> </a:t>
            </a:r>
            <a:r>
              <a:rPr lang="ar-SA" dirty="0">
                <a:solidFill>
                  <a:srgbClr val="FF0000"/>
                </a:solidFill>
              </a:rPr>
              <a:t>کوچک </a:t>
            </a:r>
            <a:r>
              <a:rPr lang="ar-SA" dirty="0"/>
              <a:t>(مثلاً</a:t>
            </a:r>
            <a:r>
              <a:rPr lang="fa-IR" dirty="0"/>
              <a:t> </a:t>
            </a:r>
            <a:r>
              <a:rPr lang="en-US" dirty="0"/>
              <a:t>K=1</a:t>
            </a:r>
            <a:r>
              <a:rPr lang="fa-IR" dirty="0"/>
              <a:t> )</a:t>
            </a:r>
            <a:r>
              <a:rPr lang="en-GB" dirty="0"/>
              <a:t>: </a:t>
            </a:r>
            <a:r>
              <a:rPr lang="ar-SA" dirty="0"/>
              <a:t>مدل به نویز و داده‌های پرت حساس است و واریانس بالایی دارد.</a:t>
            </a:r>
            <a:r>
              <a:rPr lang="fa-IR" dirty="0"/>
              <a:t>(</a:t>
            </a:r>
            <a:r>
              <a:rPr lang="en-US" dirty="0">
                <a:solidFill>
                  <a:srgbClr val="FF0000"/>
                </a:solidFill>
              </a:rPr>
              <a:t>overfit</a:t>
            </a:r>
            <a:r>
              <a:rPr lang="fa-IR" dirty="0"/>
              <a:t>)</a:t>
            </a:r>
          </a:p>
          <a:p>
            <a:pPr marL="0" indent="0" algn="r" rtl="1">
              <a:buNone/>
            </a:pPr>
            <a:r>
              <a:rPr lang="fa-IR" dirty="0">
                <a:effectLst/>
              </a:rPr>
              <a:t>   </a:t>
            </a:r>
            <a:r>
              <a:rPr lang="en-GB" dirty="0">
                <a:solidFill>
                  <a:srgbClr val="FF0000"/>
                </a:solidFill>
                <a:effectLst/>
              </a:rPr>
              <a:t>K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fa-IR" dirty="0">
                <a:solidFill>
                  <a:srgbClr val="FF0000"/>
                </a:solidFill>
              </a:rPr>
              <a:t> </a:t>
            </a:r>
            <a:r>
              <a:rPr lang="ar-SA" dirty="0">
                <a:solidFill>
                  <a:srgbClr val="FF0000"/>
                </a:solidFill>
              </a:rPr>
              <a:t>بزرگ</a:t>
            </a:r>
            <a:r>
              <a:rPr lang="ar-SA" dirty="0"/>
              <a:t>: مدل بیش از حد ساده‌سازی می‌شود و ممکن است مرزهای پیچیده بین کلاس‌ها را تشخیص</a:t>
            </a:r>
            <a:r>
              <a:rPr lang="fa-IR" dirty="0"/>
              <a:t> </a:t>
            </a:r>
            <a:r>
              <a:rPr lang="ar-SA" dirty="0"/>
              <a:t>ندهد.</a:t>
            </a:r>
            <a:r>
              <a:rPr lang="fa-IR" dirty="0"/>
              <a:t>(</a:t>
            </a:r>
            <a:r>
              <a:rPr lang="en-US" dirty="0">
                <a:solidFill>
                  <a:srgbClr val="FF0000"/>
                </a:solidFill>
              </a:rPr>
              <a:t>underfit</a:t>
            </a:r>
            <a:r>
              <a:rPr lang="fa-IR" dirty="0"/>
              <a:t>)</a:t>
            </a:r>
          </a:p>
          <a:p>
            <a:pPr algn="r" rtl="1"/>
            <a:r>
              <a:rPr lang="ar-SA" sz="2100" b="1" i="0" dirty="0">
                <a:effectLst/>
                <a:latin typeface="iranyekan"/>
              </a:rPr>
              <a:t>انتخاب</a:t>
            </a:r>
            <a:r>
              <a:rPr lang="en-GB" sz="2100" b="1" i="0" dirty="0">
                <a:effectLst/>
                <a:latin typeface="iranyekan"/>
              </a:rPr>
              <a:t>K </a:t>
            </a:r>
            <a:r>
              <a:rPr lang="fa-IR" sz="2100" b="1" i="0" dirty="0">
                <a:effectLst/>
                <a:latin typeface="iranyekan"/>
              </a:rPr>
              <a:t> </a:t>
            </a:r>
            <a:r>
              <a:rPr lang="ar-SA" sz="2100" b="1" i="0" dirty="0">
                <a:effectLst/>
                <a:latin typeface="iranyekan"/>
              </a:rPr>
              <a:t>بهینه</a:t>
            </a:r>
            <a:r>
              <a:rPr lang="fa-IR" sz="2100" b="1" dirty="0">
                <a:latin typeface="iranyekan"/>
              </a:rPr>
              <a:t> </a:t>
            </a:r>
            <a:endParaRPr lang="ar-SA" sz="2100" b="1" i="0" dirty="0">
              <a:effectLst/>
              <a:latin typeface="iranyekan"/>
            </a:endParaRPr>
          </a:p>
          <a:p>
            <a:pPr marL="0" indent="0" algn="r" rtl="1">
              <a:buNone/>
            </a:pPr>
            <a:r>
              <a:rPr lang="fa-IR" sz="2100" dirty="0"/>
              <a:t>        </a:t>
            </a:r>
            <a:r>
              <a:rPr lang="ar-SA" sz="2100" b="0" i="0" dirty="0">
                <a:effectLst/>
                <a:latin typeface="iranyekan"/>
              </a:rPr>
              <a:t>اعتبارسنجی متقاطع </a:t>
            </a:r>
            <a:r>
              <a:rPr lang="en-GB" sz="2100" b="0" i="0" dirty="0">
                <a:effectLst/>
                <a:latin typeface="iranyekan"/>
              </a:rPr>
              <a:t>Cross-Validation)</a:t>
            </a:r>
            <a:r>
              <a:rPr lang="fa-IR" sz="2100" b="0" i="0" dirty="0">
                <a:effectLst/>
                <a:latin typeface="iranyekan"/>
              </a:rPr>
              <a:t>):</a:t>
            </a:r>
          </a:p>
          <a:p>
            <a:pPr marL="0" indent="0" algn="r" rtl="1">
              <a:buNone/>
            </a:pPr>
            <a:r>
              <a:rPr lang="fa-IR" dirty="0">
                <a:latin typeface="iranyekan"/>
              </a:rPr>
              <a:t>                1.  </a:t>
            </a:r>
            <a:r>
              <a:rPr lang="ar-SA" b="0" i="0" dirty="0">
                <a:effectLst/>
                <a:latin typeface="iranyekan"/>
              </a:rPr>
              <a:t>داده‌ها به چند زیرمجموعه تقسیم می‌شوند</a:t>
            </a:r>
            <a:endParaRPr lang="fa-IR" b="0" i="0" dirty="0">
              <a:effectLst/>
              <a:latin typeface="iranyekan"/>
            </a:endParaRPr>
          </a:p>
          <a:p>
            <a:pPr marL="0" indent="0" algn="r" rtl="1">
              <a:buNone/>
            </a:pPr>
            <a:r>
              <a:rPr lang="fa-IR" dirty="0">
                <a:latin typeface="iranyekan"/>
              </a:rPr>
              <a:t>                2.  </a:t>
            </a:r>
            <a:r>
              <a:rPr lang="ar-SA" b="0" i="0" dirty="0">
                <a:effectLst/>
                <a:latin typeface="iranyekan"/>
              </a:rPr>
              <a:t>برای هر </a:t>
            </a:r>
            <a:r>
              <a:rPr lang="en-GB" b="0" i="0" dirty="0">
                <a:effectLst/>
                <a:latin typeface="iranyekan"/>
              </a:rPr>
              <a:t>K، </a:t>
            </a:r>
            <a:r>
              <a:rPr lang="ar-SA" b="0" i="0" dirty="0">
                <a:effectLst/>
                <a:latin typeface="iranyekan"/>
              </a:rPr>
              <a:t>میانگین خطای پیش‌بینی محاسبه و </a:t>
            </a:r>
            <a:r>
              <a:rPr lang="en-GB" b="0" i="0" dirty="0">
                <a:effectLst/>
                <a:latin typeface="iranyekan"/>
              </a:rPr>
              <a:t>K </a:t>
            </a:r>
            <a:r>
              <a:rPr lang="ar-SA" b="0" i="0" dirty="0">
                <a:effectLst/>
                <a:latin typeface="iranyekan"/>
              </a:rPr>
              <a:t>با کمترین خطا انتخاب می‌شود</a:t>
            </a:r>
            <a:endParaRPr lang="fa-IR" dirty="0">
              <a:latin typeface="iranyekan"/>
            </a:endParaRPr>
          </a:p>
          <a:p>
            <a:pPr marL="0" indent="0" algn="r" rtl="1">
              <a:buNone/>
            </a:pPr>
            <a:r>
              <a:rPr lang="fa-IR" sz="2100" dirty="0">
                <a:latin typeface="iranyekan"/>
              </a:rPr>
              <a:t>        </a:t>
            </a:r>
            <a:r>
              <a:rPr lang="ar-SA" sz="2100" b="0" i="0" dirty="0">
                <a:effectLst/>
                <a:latin typeface="iranyekan"/>
              </a:rPr>
              <a:t>قانون سرانگشتی</a:t>
            </a:r>
            <a:r>
              <a:rPr lang="fa-IR" sz="2100" b="0" i="0" dirty="0">
                <a:effectLst/>
                <a:latin typeface="iranyekan"/>
              </a:rPr>
              <a:t> :</a:t>
            </a:r>
            <a:endParaRPr lang="fa-IR" sz="2100" dirty="0">
              <a:latin typeface="iranyek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9F66F-9589-7C7D-523A-B63342579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51" y="5464490"/>
            <a:ext cx="1188829" cy="486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AAE88-7A46-6D7D-DBF2-02275F594A51}"/>
              </a:ext>
            </a:extLst>
          </p:cNvPr>
          <p:cNvSpPr txBox="1"/>
          <p:nvPr/>
        </p:nvSpPr>
        <p:spPr>
          <a:xfrm>
            <a:off x="4009870" y="5707792"/>
            <a:ext cx="3162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latin typeface="iranyekan"/>
              </a:rPr>
              <a:t>( </a:t>
            </a:r>
            <a:r>
              <a:rPr lang="en-US" sz="2000" dirty="0">
                <a:latin typeface="iranyekan"/>
              </a:rPr>
              <a:t>N</a:t>
            </a:r>
            <a:r>
              <a:rPr lang="fa-IR" sz="2000" dirty="0">
                <a:latin typeface="iranyekan"/>
              </a:rPr>
              <a:t> = </a:t>
            </a:r>
            <a:r>
              <a:rPr lang="ar-SA" sz="2000" b="0" i="0" dirty="0">
                <a:effectLst/>
                <a:latin typeface="iranyekan"/>
              </a:rPr>
              <a:t>تعداد نمونه‌های آموزشی)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168154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AA37-09B9-D97E-77D2-9F53630C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9193"/>
            <a:ext cx="9603275" cy="624561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C811-7282-13E1-0160-C3E3394DD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5304"/>
          </a:xfrm>
        </p:spPr>
        <p:txBody>
          <a:bodyPr/>
          <a:lstStyle/>
          <a:p>
            <a:pPr algn="r" rtl="1"/>
            <a:r>
              <a:rPr lang="ar-SA" sz="2300" dirty="0"/>
              <a:t>معیارهای فاصله</a:t>
            </a:r>
            <a:r>
              <a:rPr lang="fa-IR" sz="2300" dirty="0"/>
              <a:t> :</a:t>
            </a:r>
          </a:p>
          <a:p>
            <a:pPr marL="0" indent="0" algn="r" rtl="1">
              <a:buNone/>
            </a:pPr>
            <a:r>
              <a:rPr lang="fa-IR" sz="2300" dirty="0"/>
              <a:t>       </a:t>
            </a:r>
            <a:r>
              <a:rPr lang="ar-SA" sz="2300" dirty="0"/>
              <a:t>فاصله اقلیدسی </a:t>
            </a:r>
            <a:r>
              <a:rPr lang="en-GB" sz="2300" dirty="0"/>
              <a:t>Euclidean Distance)</a:t>
            </a:r>
            <a:r>
              <a:rPr lang="fa-IR" sz="2300" dirty="0"/>
              <a:t>)</a:t>
            </a:r>
          </a:p>
          <a:p>
            <a:pPr marL="0" indent="0" algn="r" rtl="1">
              <a:buNone/>
            </a:pPr>
            <a:r>
              <a:rPr lang="fa-IR" sz="2300" dirty="0"/>
              <a:t> </a:t>
            </a:r>
          </a:p>
          <a:p>
            <a:pPr marL="0" indent="0" algn="r" rtl="1">
              <a:buNone/>
            </a:pPr>
            <a:r>
              <a:rPr lang="fa-IR" sz="2300" dirty="0"/>
              <a:t>      </a:t>
            </a:r>
            <a:r>
              <a:rPr lang="ar-SA" sz="2300" dirty="0"/>
              <a:t>فاصله منهتن (</a:t>
            </a:r>
            <a:r>
              <a:rPr lang="en-GB" sz="2300" dirty="0"/>
              <a:t>Manhattan Distance)</a:t>
            </a:r>
          </a:p>
          <a:p>
            <a:pPr marL="0" indent="0" algn="r" rtl="1">
              <a:buNone/>
            </a:pPr>
            <a:endParaRPr lang="fa-IR" sz="2300" dirty="0"/>
          </a:p>
          <a:p>
            <a:pPr marL="0" indent="0" algn="r" rtl="1">
              <a:buNone/>
            </a:pPr>
            <a:r>
              <a:rPr lang="fa-IR" sz="2300" dirty="0"/>
              <a:t>      </a:t>
            </a:r>
            <a:r>
              <a:rPr lang="ar-SA" sz="2300" dirty="0"/>
              <a:t>فاصله مینکوفسکی (</a:t>
            </a:r>
            <a:r>
              <a:rPr lang="en-GB" sz="2300" dirty="0" err="1"/>
              <a:t>Minkowski</a:t>
            </a:r>
            <a:r>
              <a:rPr lang="en-GB" sz="2300" dirty="0"/>
              <a:t> Distance)</a:t>
            </a:r>
          </a:p>
          <a:p>
            <a:pPr marL="0" indent="0" algn="r" rtl="1">
              <a:buNone/>
            </a:pPr>
            <a:endParaRPr lang="en-GB" dirty="0"/>
          </a:p>
          <a:p>
            <a:pPr marL="0" indent="0" algn="r" rtl="1">
              <a:buNone/>
            </a:pPr>
            <a:endParaRPr lang="ar-SA" dirty="0"/>
          </a:p>
          <a:p>
            <a:pPr algn="r" rt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EA1A7-C2F2-BE82-E386-45CD8D6B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7" y="2810656"/>
            <a:ext cx="2701114" cy="8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948EC-B731-AC09-8C97-F483D6B4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07" y="3956843"/>
            <a:ext cx="2701114" cy="858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9BC458-EEE6-F5E7-DFD8-6D8263AD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887" y="5103030"/>
            <a:ext cx="2701113" cy="858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B603ED-555D-CC71-FA8F-2714E94E780F}"/>
              </a:ext>
            </a:extLst>
          </p:cNvPr>
          <p:cNvSpPr txBox="1"/>
          <p:nvPr/>
        </p:nvSpPr>
        <p:spPr>
          <a:xfrm>
            <a:off x="89941" y="2880738"/>
            <a:ext cx="3530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dirty="0"/>
              <a:t>این معیار فرض می‌کند که همه ویژگی‌ها به یک اندازه اهمیت دارند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D705F-0E46-5AF7-B201-7B8597C18B44}"/>
              </a:ext>
            </a:extLst>
          </p:cNvPr>
          <p:cNvSpPr txBox="1"/>
          <p:nvPr/>
        </p:nvSpPr>
        <p:spPr>
          <a:xfrm>
            <a:off x="89941" y="4978125"/>
            <a:ext cx="32228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dirty="0"/>
              <a:t>یک تعمیم که با </a:t>
            </a:r>
            <a:r>
              <a:rPr lang="en-GB" sz="2200" dirty="0"/>
              <a:t>p=</a:t>
            </a:r>
            <a:r>
              <a:rPr lang="en-US" sz="2200" dirty="0"/>
              <a:t>1</a:t>
            </a:r>
            <a:r>
              <a:rPr lang="fa-IR" sz="2200" dirty="0"/>
              <a:t> </a:t>
            </a:r>
            <a:r>
              <a:rPr lang="ar-SA" sz="2200" dirty="0"/>
              <a:t>به فاصله منهتن و با </a:t>
            </a:r>
            <a:r>
              <a:rPr lang="en-US" sz="2200" dirty="0"/>
              <a:t>p=2</a:t>
            </a:r>
            <a:r>
              <a:rPr lang="fa-IR" sz="2200" dirty="0"/>
              <a:t> </a:t>
            </a:r>
            <a:r>
              <a:rPr lang="ar-SA" sz="2200" dirty="0"/>
              <a:t>به فاصله اقلیدسی تبدیل می‌شود</a:t>
            </a:r>
          </a:p>
        </p:txBody>
      </p:sp>
    </p:spTree>
    <p:extLst>
      <p:ext uri="{BB962C8B-B14F-4D97-AF65-F5344CB8AC3E}">
        <p14:creationId xmlns:p14="http://schemas.microsoft.com/office/powerpoint/2010/main" val="909146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608C-3C9D-CD23-4188-195ED49A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1679"/>
            <a:ext cx="9603275" cy="602075"/>
          </a:xfrm>
        </p:spPr>
        <p:txBody>
          <a:bodyPr/>
          <a:lstStyle/>
          <a:p>
            <a:pPr rtl="1"/>
            <a:r>
              <a:rPr lang="fa-IR" dirty="0"/>
              <a:t>(</a:t>
            </a:r>
            <a:r>
              <a:rPr lang="en-GB" b="0" i="0" dirty="0">
                <a:effectLst/>
                <a:latin typeface="iranyekan"/>
              </a:rPr>
              <a:t>K-Nearest </a:t>
            </a:r>
            <a:r>
              <a:rPr lang="en-GB" b="0" i="0" dirty="0" err="1">
                <a:effectLst/>
                <a:latin typeface="iranyekan"/>
              </a:rPr>
              <a:t>Neighbors</a:t>
            </a:r>
            <a:r>
              <a:rPr lang="fa-IR" dirty="0"/>
              <a:t>)</a:t>
            </a:r>
            <a:r>
              <a:rPr lang="en-US" dirty="0"/>
              <a:t>KNN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69F8-DA46-09C0-88FF-AB6D78B8F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algn="r" rtl="1"/>
            <a:r>
              <a:rPr lang="ar-SA" sz="2400" dirty="0"/>
              <a:t>در فضاهای با ابعاد بالا، </a:t>
            </a:r>
            <a:r>
              <a:rPr lang="en-GB" sz="2400" dirty="0"/>
              <a:t>KNN</a:t>
            </a:r>
            <a:r>
              <a:rPr lang="fa-IR" sz="2400" dirty="0"/>
              <a:t> </a:t>
            </a:r>
            <a:r>
              <a:rPr lang="ar-SA" sz="2400" dirty="0"/>
              <a:t>ممکن است عملکرد ضعیفی داشته باشد</a:t>
            </a:r>
            <a:r>
              <a:rPr lang="fa-IR" sz="2400" dirty="0"/>
              <a:t> :</a:t>
            </a:r>
          </a:p>
          <a:p>
            <a:pPr marL="0" indent="0" algn="r" rtl="1">
              <a:buNone/>
            </a:pPr>
            <a:r>
              <a:rPr lang="fa-IR" sz="2400" dirty="0"/>
              <a:t>          تحلیل مؤلفه‌های اصلی</a:t>
            </a:r>
            <a:r>
              <a:rPr lang="en-GB" sz="2400" dirty="0">
                <a:solidFill>
                  <a:srgbClr val="FF0000"/>
                </a:solidFill>
              </a:rPr>
              <a:t>PCA</a:t>
            </a:r>
            <a:r>
              <a:rPr lang="en-GB" sz="2400" dirty="0"/>
              <a:t>) </a:t>
            </a:r>
            <a:r>
              <a:rPr lang="fa-IR" sz="2400" dirty="0"/>
              <a:t>) : کاهش ابعاد با حفظ حداکثر واریانس.</a:t>
            </a:r>
          </a:p>
          <a:p>
            <a:pPr marL="0" indent="0" algn="r" rtl="1">
              <a:buNone/>
            </a:pPr>
            <a:r>
              <a:rPr lang="fa-IR" sz="2400" dirty="0"/>
              <a:t>         انتخاب ویژگی </a:t>
            </a:r>
            <a:r>
              <a:rPr lang="en-GB" sz="2400" dirty="0">
                <a:solidFill>
                  <a:srgbClr val="FF0000"/>
                </a:solidFill>
              </a:rPr>
              <a:t>Feature Selection</a:t>
            </a:r>
            <a:r>
              <a:rPr lang="en-GB" sz="2400" dirty="0"/>
              <a:t>)</a:t>
            </a:r>
            <a:r>
              <a:rPr lang="fa-IR" sz="2400" dirty="0"/>
              <a:t>) : حذف ویژگی‌های غیرضروری یا همبسته.</a:t>
            </a:r>
          </a:p>
          <a:p>
            <a:pPr marL="0" indent="0" algn="r" rtl="1">
              <a:buNone/>
            </a:pPr>
            <a:r>
              <a:rPr lang="fa-IR" sz="2400" dirty="0">
                <a:solidFill>
                  <a:srgbClr val="FF0000"/>
                </a:solidFill>
              </a:rPr>
              <a:t>1.  </a:t>
            </a:r>
            <a:r>
              <a:rPr lang="ar-SA" sz="2400" dirty="0"/>
              <a:t>تشخیص تقلب مالی: یافتن پرونده‌های مالی مشابه برای شناسایی الگوی تقلب</a:t>
            </a:r>
            <a:endParaRPr lang="fa-IR" sz="2400" dirty="0"/>
          </a:p>
          <a:p>
            <a:pPr marL="0" indent="0" algn="r" rtl="1">
              <a:buNone/>
            </a:pPr>
            <a:r>
              <a:rPr lang="fa-IR" sz="2400" dirty="0">
                <a:solidFill>
                  <a:srgbClr val="FF0000"/>
                </a:solidFill>
              </a:rPr>
              <a:t>2.  </a:t>
            </a:r>
            <a:r>
              <a:rPr lang="ar-SA" sz="2400" dirty="0"/>
              <a:t>سیستم‌های توصیه‌گر: پیشنهاد محصولات/موسیقی بر اساس سلیقه کاربران</a:t>
            </a:r>
            <a:endParaRPr lang="fa-IR" sz="2400" dirty="0"/>
          </a:p>
          <a:p>
            <a:pPr marL="0" indent="0" algn="r" rtl="1">
              <a:buNone/>
            </a:pPr>
            <a:r>
              <a:rPr lang="fa-IR" sz="2400" dirty="0">
                <a:solidFill>
                  <a:srgbClr val="FF0000"/>
                </a:solidFill>
              </a:rPr>
              <a:t>3.  </a:t>
            </a:r>
            <a:r>
              <a:rPr lang="ar-SA" sz="2400" dirty="0"/>
              <a:t>پردازش تصویر: طبقه‌بندی تصاویر پزشکی بر اساس ویژگی‌های استخراج‌شده</a:t>
            </a:r>
            <a:endParaRPr lang="fa-IR" sz="2400" dirty="0"/>
          </a:p>
          <a:p>
            <a:pPr marL="0" indent="0" algn="r" rtl="1">
              <a:buNone/>
            </a:pPr>
            <a:r>
              <a:rPr lang="fa-IR" sz="2400" dirty="0">
                <a:solidFill>
                  <a:srgbClr val="FF0000"/>
                </a:solidFill>
              </a:rPr>
              <a:t>4.  </a:t>
            </a:r>
            <a:r>
              <a:rPr lang="ar-SA" sz="2400" dirty="0"/>
              <a:t>پیش‌بینی قیمت مسکن: رگرسیون بر اساس ویژگی‌های مکانی و متراژ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3459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B3B9-866D-DBD5-E2AB-D19B012D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9213"/>
            <a:ext cx="9603275" cy="654541"/>
          </a:xfrm>
        </p:spPr>
        <p:txBody>
          <a:bodyPr/>
          <a:lstStyle/>
          <a:p>
            <a:pPr algn="r" rtl="1"/>
            <a:r>
              <a:rPr lang="ar-SA" dirty="0"/>
              <a:t>ماشین بردار پشتیبان (</a:t>
            </a:r>
            <a:r>
              <a:rPr lang="en-GB" dirty="0"/>
              <a:t>Support Vector Machine </a:t>
            </a:r>
            <a:r>
              <a:rPr lang="ar-SA" dirty="0"/>
              <a:t>یا </a:t>
            </a:r>
            <a:r>
              <a:rPr lang="en-GB" dirty="0"/>
              <a:t>SVM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5C3C-9DAA-2206-305A-A3EEA772E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93693"/>
            <a:ext cx="9603275" cy="2458386"/>
          </a:xfrm>
        </p:spPr>
        <p:txBody>
          <a:bodyPr>
            <a:noAutofit/>
          </a:bodyPr>
          <a:lstStyle/>
          <a:p>
            <a:pPr algn="r" rtl="1"/>
            <a:r>
              <a:rPr lang="fa-IR" sz="2200" b="0" i="0" dirty="0">
                <a:effectLst/>
                <a:latin typeface="iranyekan"/>
              </a:rPr>
              <a:t>ی</a:t>
            </a:r>
            <a:r>
              <a:rPr lang="ar-SA" sz="2200" b="0" i="0" dirty="0">
                <a:effectLst/>
                <a:latin typeface="iranyekan"/>
              </a:rPr>
              <a:t>ک الگوریتم یادگیری نظارت‌شده</a:t>
            </a:r>
            <a:endParaRPr lang="fa-IR" sz="2200" b="0" i="0" dirty="0">
              <a:effectLst/>
              <a:latin typeface="iranyekan"/>
            </a:endParaRPr>
          </a:p>
          <a:p>
            <a:pPr algn="r" rtl="1"/>
            <a:r>
              <a:rPr lang="ar-SA" sz="2200" b="0" i="0" dirty="0">
                <a:effectLst/>
                <a:latin typeface="iranyekan"/>
              </a:rPr>
              <a:t>برای طبقه‌بندی، رگرسیون و تشخیص ناهنجاری استفاده می‌شود</a:t>
            </a:r>
            <a:endParaRPr lang="fa-IR" sz="2200" dirty="0">
              <a:latin typeface="iranyekan"/>
            </a:endParaRPr>
          </a:p>
          <a:p>
            <a:pPr algn="r" rtl="1"/>
            <a:r>
              <a:rPr lang="ar-SA" sz="2200" b="0" i="0" dirty="0">
                <a:effectLst/>
                <a:latin typeface="iranyekan"/>
              </a:rPr>
              <a:t>هدف یافتن بهترین ابرصفحه</a:t>
            </a:r>
            <a:r>
              <a:rPr lang="en-GB" sz="2200" b="0" i="0" dirty="0">
                <a:effectLst/>
                <a:latin typeface="iranyekan"/>
              </a:rPr>
              <a:t>Hyperplane) </a:t>
            </a:r>
            <a:r>
              <a:rPr lang="fa-IR" sz="2200" b="0" i="0" dirty="0">
                <a:effectLst/>
                <a:latin typeface="iranyekan"/>
              </a:rPr>
              <a:t>) </a:t>
            </a:r>
            <a:r>
              <a:rPr lang="ar-SA" sz="2200" b="0" i="0" dirty="0">
                <a:effectLst/>
                <a:latin typeface="iranyekan"/>
              </a:rPr>
              <a:t>برای جداسازی داده‌ها در فضای ویژگی</a:t>
            </a:r>
            <a:r>
              <a:rPr lang="fa-IR" sz="2200" b="0" i="0" dirty="0">
                <a:effectLst/>
                <a:latin typeface="iranyekan"/>
              </a:rPr>
              <a:t> ها</a:t>
            </a:r>
            <a:r>
              <a:rPr lang="ar-SA" sz="2200" b="0" i="0" dirty="0">
                <a:effectLst/>
                <a:latin typeface="iranyekan"/>
              </a:rPr>
              <a:t> طراحی شده</a:t>
            </a:r>
            <a:r>
              <a:rPr lang="fa-IR" sz="2200" dirty="0">
                <a:latin typeface="iranyekan"/>
              </a:rPr>
              <a:t> </a:t>
            </a:r>
            <a:r>
              <a:rPr lang="ar-SA" sz="2200" dirty="0"/>
              <a:t>به طوری که فاصله</a:t>
            </a:r>
            <a:r>
              <a:rPr lang="en-US" sz="2200" dirty="0"/>
              <a:t> </a:t>
            </a:r>
            <a:r>
              <a:rPr lang="fa-IR" sz="2200" dirty="0"/>
              <a:t>(</a:t>
            </a:r>
            <a:r>
              <a:rPr lang="ar-SA" sz="2200" dirty="0"/>
              <a:t>حاشیه یا </a:t>
            </a:r>
            <a:r>
              <a:rPr lang="en-GB" sz="2200" dirty="0"/>
              <a:t>margin </a:t>
            </a:r>
            <a:r>
              <a:rPr lang="fa-IR" sz="2200" dirty="0"/>
              <a:t>) </a:t>
            </a:r>
            <a:r>
              <a:rPr lang="ar-SA" sz="2200" dirty="0"/>
              <a:t>بین این ابرصفحه و نزدیک‌ترین نقاط داده از هر کلاس حداکثر شود</a:t>
            </a:r>
            <a:r>
              <a:rPr lang="fa-IR" sz="2200" dirty="0">
                <a:latin typeface="iranyekan"/>
              </a:rPr>
              <a:t>.</a:t>
            </a:r>
            <a:endParaRPr lang="ar-SA" sz="2200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C70EF83-55F2-9D62-C607-C7A770D592C0}"/>
              </a:ext>
            </a:extLst>
          </p:cNvPr>
          <p:cNvSpPr/>
          <p:nvPr/>
        </p:nvSpPr>
        <p:spPr>
          <a:xfrm>
            <a:off x="1640174" y="4452079"/>
            <a:ext cx="8911652" cy="1206708"/>
          </a:xfrm>
          <a:prstGeom prst="wedgeRectCallout">
            <a:avLst>
              <a:gd name="adj1" fmla="val -20665"/>
              <a:gd name="adj2" fmla="val 904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b="1" i="0" dirty="0">
                <a:solidFill>
                  <a:srgbClr val="E74848"/>
                </a:solidFill>
                <a:effectLst/>
                <a:highlight>
                  <a:srgbClr val="FFFFFF"/>
                </a:highlight>
                <a:latin typeface="iranyekan"/>
              </a:rPr>
              <a:t>تعیین حاشیه با حداکثر پهنا برمبنای بردارهای پشتیبان منوط به طبقه بندی صحیح داده‌ها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459687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حاشیه یا Margin در SVM">
            <a:extLst>
              <a:ext uri="{FF2B5EF4-FFF2-40B4-BE49-F238E27FC236}">
                <a16:creationId xmlns:a16="http://schemas.microsoft.com/office/drawing/2014/main" id="{997A2557-D102-7DFE-B1B0-302EAD08F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67" y="164892"/>
            <a:ext cx="10762938" cy="583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1061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71CB-3060-F168-4C10-0B659EA0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1659"/>
            <a:ext cx="9603275" cy="572095"/>
          </a:xfrm>
        </p:spPr>
        <p:txBody>
          <a:bodyPr/>
          <a:lstStyle/>
          <a:p>
            <a:pPr rtl="1"/>
            <a:r>
              <a:rPr lang="en-GB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E9D1E-0F12-7BBD-BDB5-D1A0E2F17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45225"/>
          </a:xfrm>
        </p:spPr>
        <p:txBody>
          <a:bodyPr>
            <a:noAutofit/>
          </a:bodyPr>
          <a:lstStyle/>
          <a:p>
            <a:pPr algn="r" rtl="1"/>
            <a:r>
              <a:rPr lang="ar-SA" sz="2300" b="1" dirty="0"/>
              <a:t>ابرصفحه </a:t>
            </a:r>
            <a:r>
              <a:rPr lang="en-GB" sz="2300" b="1" dirty="0"/>
              <a:t>Hyperplane)</a:t>
            </a:r>
            <a:r>
              <a:rPr lang="fa-IR" sz="2300" b="1" dirty="0"/>
              <a:t>):</a:t>
            </a:r>
          </a:p>
          <a:p>
            <a:pPr marL="0" indent="0" algn="r" rtl="1">
              <a:buNone/>
            </a:pPr>
            <a:r>
              <a:rPr lang="fa-IR" sz="2300" dirty="0"/>
              <a:t>          ابرصفحه یک سطح </a:t>
            </a:r>
            <a:r>
              <a:rPr lang="en-GB" sz="2300" dirty="0"/>
              <a:t>n-1 </a:t>
            </a:r>
            <a:r>
              <a:rPr lang="fa-IR" sz="2300" dirty="0"/>
              <a:t> بعدی در فضای </a:t>
            </a:r>
            <a:r>
              <a:rPr lang="en-GB" sz="2300" dirty="0"/>
              <a:t>n</a:t>
            </a:r>
            <a:r>
              <a:rPr lang="fa-IR" sz="2300" dirty="0"/>
              <a:t> بعدی است که داده‌ها را به دو بخش تقسیم می‌کند.به عنوان مثال، در فضای دو بعدی (</a:t>
            </a:r>
            <a:r>
              <a:rPr lang="en-US" sz="2300" dirty="0"/>
              <a:t>2D</a:t>
            </a:r>
            <a:r>
              <a:rPr lang="fa-IR" sz="2300" dirty="0"/>
              <a:t>)</a:t>
            </a:r>
            <a:r>
              <a:rPr lang="en-GB" sz="2300" dirty="0"/>
              <a:t>، </a:t>
            </a:r>
            <a:r>
              <a:rPr lang="fa-IR" sz="2300" dirty="0"/>
              <a:t>ابرصفحه یک خط است</a:t>
            </a:r>
            <a:r>
              <a:rPr lang="en-US" sz="2300" dirty="0"/>
              <a:t>.</a:t>
            </a:r>
            <a:endParaRPr lang="en-GB" sz="2300" dirty="0"/>
          </a:p>
          <a:p>
            <a:pPr algn="r" rtl="1"/>
            <a:r>
              <a:rPr lang="ar-SA" sz="2300" b="1" dirty="0"/>
              <a:t>حاشیه </a:t>
            </a:r>
            <a:r>
              <a:rPr lang="en-GB" sz="2300" b="1" dirty="0"/>
              <a:t>Margin)</a:t>
            </a:r>
            <a:r>
              <a:rPr lang="fa-IR" sz="2300" b="1" dirty="0"/>
              <a:t>):</a:t>
            </a:r>
          </a:p>
          <a:p>
            <a:pPr marL="0" indent="0" algn="r" rtl="1">
              <a:buNone/>
            </a:pPr>
            <a:r>
              <a:rPr lang="fa-IR" sz="2300" dirty="0"/>
              <a:t>          فاصله بین ابرصفحه و نزدیک‌ترین نقاط داده از هر کلاس است</a:t>
            </a:r>
            <a:endParaRPr lang="en-GB" sz="2300" dirty="0"/>
          </a:p>
          <a:p>
            <a:pPr algn="r" rtl="1"/>
            <a:r>
              <a:rPr lang="ar-SA" sz="2300" b="1" dirty="0"/>
              <a:t>بردارهای پشتیبان </a:t>
            </a:r>
            <a:r>
              <a:rPr lang="en-GB" sz="2300" b="1" dirty="0"/>
              <a:t>Support Vectors)</a:t>
            </a:r>
            <a:r>
              <a:rPr lang="fa-IR" sz="2300" b="1" dirty="0"/>
              <a:t>):</a:t>
            </a:r>
            <a:endParaRPr lang="en-GB" sz="2300" b="1" dirty="0"/>
          </a:p>
          <a:p>
            <a:pPr marL="0" indent="0" algn="r" rtl="1">
              <a:buNone/>
            </a:pPr>
            <a:r>
              <a:rPr lang="fa-IR" sz="2300" dirty="0"/>
              <a:t>         نقاط داده‌ای که نزدیک‌ترین فاصله را به ابرصفحه دارند و در تعیین موقعیت و جهت ابرصفحه نقش دارند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6739495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حاشیه یا Margin ماشین بردار پشتیبان">
            <a:extLst>
              <a:ext uri="{FF2B5EF4-FFF2-40B4-BE49-F238E27FC236}">
                <a16:creationId xmlns:a16="http://schemas.microsoft.com/office/drawing/2014/main" id="{F5E157BA-5E64-EE93-B0B8-71C8EFE94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950"/>
            <a:ext cx="7779895" cy="591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بردار پشتیبان در SVM">
            <a:extLst>
              <a:ext uri="{FF2B5EF4-FFF2-40B4-BE49-F238E27FC236}">
                <a16:creationId xmlns:a16="http://schemas.microsoft.com/office/drawing/2014/main" id="{5C272063-BE03-355F-6789-F0D3F174E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894" y="74950"/>
            <a:ext cx="4412105" cy="591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3042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6560-B29B-FAA1-E07E-ED97AC47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1639"/>
            <a:ext cx="9603275" cy="542115"/>
          </a:xfrm>
        </p:spPr>
        <p:txBody>
          <a:bodyPr/>
          <a:lstStyle/>
          <a:p>
            <a:pPr rtl="1"/>
            <a:r>
              <a:rPr lang="en-GB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A295C-F014-DCB9-BAF4-C465534A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30" y="1926236"/>
            <a:ext cx="10642624" cy="4189751"/>
          </a:xfrm>
        </p:spPr>
        <p:txBody>
          <a:bodyPr>
            <a:noAutofit/>
          </a:bodyPr>
          <a:lstStyle/>
          <a:p>
            <a:pPr algn="r" rtl="1"/>
            <a:r>
              <a:rPr lang="ar-SA" sz="2200" dirty="0"/>
              <a:t>در </a:t>
            </a:r>
            <a:r>
              <a:rPr lang="en-GB" sz="2200" dirty="0"/>
              <a:t>SVM</a:t>
            </a:r>
            <a:r>
              <a:rPr lang="fa-IR" sz="2200" dirty="0"/>
              <a:t> </a:t>
            </a:r>
            <a:r>
              <a:rPr lang="ar-SA" sz="2200" dirty="0"/>
              <a:t>دو نوع حاشیه داریم:</a:t>
            </a:r>
            <a:endParaRPr lang="en-US" sz="2200" dirty="0"/>
          </a:p>
          <a:p>
            <a:pPr marL="0" indent="0" algn="r" rtl="1">
              <a:buNone/>
            </a:pPr>
            <a:r>
              <a:rPr lang="fa-IR" sz="2200" dirty="0"/>
              <a:t>       1. </a:t>
            </a:r>
            <a:r>
              <a:rPr lang="ar-SA" sz="2200" dirty="0"/>
              <a:t>حاشیه نرم یا </a:t>
            </a:r>
            <a:r>
              <a:rPr lang="en-GB" sz="2200" dirty="0">
                <a:solidFill>
                  <a:srgbClr val="FF0000"/>
                </a:solidFill>
              </a:rPr>
              <a:t>Soft Margin </a:t>
            </a:r>
            <a:r>
              <a:rPr lang="fa-IR" sz="2200" dirty="0">
                <a:solidFill>
                  <a:srgbClr val="FF0000"/>
                </a:solidFill>
              </a:rPr>
              <a:t> </a:t>
            </a:r>
            <a:r>
              <a:rPr lang="fa-IR" sz="2200" dirty="0"/>
              <a:t>: </a:t>
            </a:r>
            <a:r>
              <a:rPr lang="ar-SA" sz="2200" dirty="0"/>
              <a:t>برای داده‌های </a:t>
            </a:r>
            <a:r>
              <a:rPr lang="ar-SA" sz="2200" dirty="0">
                <a:solidFill>
                  <a:srgbClr val="FF0000"/>
                </a:solidFill>
              </a:rPr>
              <a:t>غیرخطی‌پذیر یا همراه با نویز</a:t>
            </a:r>
            <a:r>
              <a:rPr lang="fa-IR" sz="2200" dirty="0"/>
              <a:t>هستند.</a:t>
            </a:r>
          </a:p>
          <a:p>
            <a:pPr marL="0" indent="0" algn="r" rtl="1">
              <a:buNone/>
            </a:pPr>
            <a:r>
              <a:rPr lang="fa-IR" sz="2200" dirty="0"/>
              <a:t>      2. </a:t>
            </a:r>
            <a:r>
              <a:rPr lang="ar-SA" sz="2200" dirty="0"/>
              <a:t>حاشیه سخت یا </a:t>
            </a:r>
            <a:r>
              <a:rPr lang="en-GB" sz="2200" dirty="0">
                <a:solidFill>
                  <a:srgbClr val="FF0000"/>
                </a:solidFill>
              </a:rPr>
              <a:t>Hard Margin</a:t>
            </a:r>
            <a:r>
              <a:rPr lang="fa-IR" sz="2200" dirty="0">
                <a:solidFill>
                  <a:srgbClr val="FF0000"/>
                </a:solidFill>
              </a:rPr>
              <a:t> </a:t>
            </a:r>
            <a:r>
              <a:rPr lang="fa-IR" sz="2200" dirty="0"/>
              <a:t>: </a:t>
            </a:r>
            <a:r>
              <a:rPr lang="ar-SA" sz="2200" dirty="0"/>
              <a:t>زمانی که داده‌ها به طور </a:t>
            </a:r>
            <a:r>
              <a:rPr lang="ar-SA" sz="2200" dirty="0">
                <a:solidFill>
                  <a:srgbClr val="FF0000"/>
                </a:solidFill>
              </a:rPr>
              <a:t>کامل خطی‌پذیر </a:t>
            </a:r>
            <a:r>
              <a:rPr lang="ar-SA" sz="2200" dirty="0"/>
              <a:t>هستند.</a:t>
            </a:r>
            <a:endParaRPr lang="fa-IR" sz="2200" dirty="0"/>
          </a:p>
          <a:p>
            <a:pPr algn="r" rtl="1"/>
            <a:r>
              <a:rPr lang="ar-SA" sz="2200" dirty="0"/>
              <a:t>انواع </a:t>
            </a:r>
            <a:r>
              <a:rPr lang="en-GB" sz="2200" dirty="0"/>
              <a:t>SVM</a:t>
            </a:r>
            <a:r>
              <a:rPr lang="fa-IR" sz="2200" dirty="0"/>
              <a:t> :  1. </a:t>
            </a:r>
            <a:r>
              <a:rPr lang="en-GB" sz="2200" dirty="0"/>
              <a:t>SVC (Support Vector Classification)</a:t>
            </a:r>
            <a:r>
              <a:rPr lang="fa-IR" sz="2200" dirty="0"/>
              <a:t>      2. </a:t>
            </a:r>
            <a:r>
              <a:rPr lang="en-GB" sz="2200" dirty="0"/>
              <a:t>SVR (Support Vector Regression)</a:t>
            </a:r>
          </a:p>
          <a:p>
            <a:pPr marL="0" indent="0" algn="r" rtl="1">
              <a:buNone/>
            </a:pPr>
            <a:r>
              <a:rPr lang="fa-IR" sz="2200" dirty="0"/>
              <a:t>  انواع </a:t>
            </a:r>
            <a:r>
              <a:rPr lang="en-US" sz="2200" dirty="0"/>
              <a:t>SVC</a:t>
            </a:r>
            <a:r>
              <a:rPr lang="fa-IR" sz="2200" dirty="0"/>
              <a:t> : 1. </a:t>
            </a:r>
            <a:r>
              <a:rPr lang="ar-SA" sz="2200" dirty="0"/>
              <a:t>طبقه‌بندی دودویی</a:t>
            </a:r>
            <a:r>
              <a:rPr lang="fa-IR" sz="2200" dirty="0"/>
              <a:t>      2. </a:t>
            </a:r>
            <a:r>
              <a:rPr lang="ar-SA" sz="2200" dirty="0"/>
              <a:t>طبقه‌بندی چندکلاسه</a:t>
            </a:r>
            <a:endParaRPr lang="fa-IR" sz="2200" dirty="0"/>
          </a:p>
          <a:p>
            <a:pPr algn="r" rtl="1"/>
            <a:r>
              <a:rPr lang="fa-IR" sz="2200" dirty="0"/>
              <a:t>برای </a:t>
            </a:r>
            <a:r>
              <a:rPr lang="ar-SA" sz="2200" dirty="0"/>
              <a:t>مسائل چندکلاسه</a:t>
            </a:r>
            <a:r>
              <a:rPr lang="fa-IR" sz="2200" dirty="0"/>
              <a:t> :</a:t>
            </a:r>
          </a:p>
          <a:p>
            <a:pPr marL="0" indent="0" algn="r" rtl="1">
              <a:buNone/>
            </a:pPr>
            <a:r>
              <a:rPr lang="fa-IR" sz="2200" dirty="0"/>
              <a:t>      1. </a:t>
            </a:r>
            <a:r>
              <a:rPr lang="en-GB" sz="2200" dirty="0">
                <a:solidFill>
                  <a:srgbClr val="FF0000"/>
                </a:solidFill>
              </a:rPr>
              <a:t>One-vs-All</a:t>
            </a:r>
            <a:r>
              <a:rPr lang="en-GB" sz="2200" dirty="0"/>
              <a:t> (</a:t>
            </a:r>
            <a:r>
              <a:rPr lang="en-GB" sz="2200" dirty="0" err="1"/>
              <a:t>OvA</a:t>
            </a:r>
            <a:r>
              <a:rPr lang="en-GB" sz="2200" dirty="0"/>
              <a:t>)</a:t>
            </a:r>
            <a:endParaRPr lang="fa-IR" sz="2200" dirty="0"/>
          </a:p>
          <a:p>
            <a:pPr marL="0" indent="0" algn="r" rtl="1">
              <a:buNone/>
            </a:pPr>
            <a:r>
              <a:rPr lang="fa-IR" sz="2200" dirty="0"/>
              <a:t>      2. </a:t>
            </a:r>
            <a:r>
              <a:rPr lang="en-GB" sz="2200" dirty="0">
                <a:solidFill>
                  <a:srgbClr val="FF0000"/>
                </a:solidFill>
              </a:rPr>
              <a:t>One-vs-One</a:t>
            </a:r>
            <a:r>
              <a:rPr lang="en-GB" sz="2200" dirty="0"/>
              <a:t> (</a:t>
            </a:r>
            <a:r>
              <a:rPr lang="en-GB" sz="2200" dirty="0" err="1"/>
              <a:t>OvO</a:t>
            </a:r>
            <a:r>
              <a:rPr lang="en-GB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93008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1890B-083D-68C2-9C9C-B683D563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9" y="161847"/>
            <a:ext cx="11250119" cy="57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13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BFA7-4126-565D-37AC-77137F0E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6669"/>
            <a:ext cx="9603275" cy="587085"/>
          </a:xfrm>
        </p:spPr>
        <p:txBody>
          <a:bodyPr/>
          <a:lstStyle/>
          <a:p>
            <a:pPr rtl="1"/>
            <a:r>
              <a:rPr lang="en-GB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17E6-DA15-1771-DE8A-8B2F5FFF9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509" y="1853753"/>
            <a:ext cx="10305346" cy="4247243"/>
          </a:xfrm>
        </p:spPr>
        <p:txBody>
          <a:bodyPr>
            <a:noAutofit/>
          </a:bodyPr>
          <a:lstStyle/>
          <a:p>
            <a:pPr algn="r" rtl="1"/>
            <a:r>
              <a:rPr lang="ar-SA" sz="2200" b="1" dirty="0"/>
              <a:t>کرنل‌ها </a:t>
            </a:r>
            <a:r>
              <a:rPr lang="en-GB" sz="2200" b="1" dirty="0"/>
              <a:t>Kernels)</a:t>
            </a:r>
            <a:r>
              <a:rPr lang="fa-IR" sz="2200" b="1" dirty="0"/>
              <a:t>):</a:t>
            </a:r>
          </a:p>
          <a:p>
            <a:pPr marL="0" indent="0" algn="r" rtl="1">
              <a:buNone/>
            </a:pPr>
            <a:r>
              <a:rPr lang="fa-IR" sz="2100" b="1" i="0" dirty="0">
                <a:effectLst/>
                <a:latin typeface="iranyekan"/>
              </a:rPr>
              <a:t>      </a:t>
            </a:r>
            <a:r>
              <a:rPr lang="ar-SA" sz="2100" b="0" i="0" dirty="0">
                <a:effectLst/>
                <a:latin typeface="iranyekan"/>
              </a:rPr>
              <a:t>کرنل یک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تابع</a:t>
            </a:r>
            <a:r>
              <a:rPr lang="ar-SA" sz="2100" b="0" i="0" dirty="0">
                <a:effectLst/>
                <a:latin typeface="iranyekan"/>
              </a:rPr>
              <a:t> است</a:t>
            </a:r>
            <a:endParaRPr lang="fa-IR" sz="2100" dirty="0">
              <a:latin typeface="iranyekan"/>
            </a:endParaRPr>
          </a:p>
          <a:p>
            <a:pPr marL="0" indent="0" algn="r" rtl="1">
              <a:buNone/>
            </a:pPr>
            <a:r>
              <a:rPr lang="fa-IR" sz="2100" b="0" i="0" dirty="0">
                <a:effectLst/>
                <a:latin typeface="iranyekan"/>
              </a:rPr>
              <a:t>       </a:t>
            </a:r>
            <a:r>
              <a:rPr lang="ar-SA" sz="2100" b="0" i="0" dirty="0">
                <a:effectLst/>
                <a:latin typeface="iranyekan"/>
              </a:rPr>
              <a:t>داده‌ها را به یک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فضای</a:t>
            </a:r>
            <a:r>
              <a:rPr lang="ar-SA" sz="2100" b="0" i="0" dirty="0">
                <a:effectLst/>
                <a:latin typeface="iranyekan"/>
              </a:rPr>
              <a:t> با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ابعاد بالاتر </a:t>
            </a:r>
            <a:r>
              <a:rPr lang="ar-SA" sz="2100" b="0" i="0" dirty="0">
                <a:effectLst/>
                <a:latin typeface="iranyekan"/>
              </a:rPr>
              <a:t>منتقل می‌کند تا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جداسازی غیرخطی </a:t>
            </a:r>
            <a:r>
              <a:rPr lang="ar-SA" sz="2100" b="0" i="0" dirty="0">
                <a:effectLst/>
                <a:latin typeface="iranyekan"/>
              </a:rPr>
              <a:t>را ممکن کند</a:t>
            </a:r>
            <a:endParaRPr lang="fa-IR" sz="2100" b="0" i="0" dirty="0">
              <a:effectLst/>
              <a:latin typeface="iranyekan"/>
            </a:endParaRPr>
          </a:p>
          <a:p>
            <a:pPr algn="r" rtl="1"/>
            <a:r>
              <a:rPr lang="ar-SA" sz="2200" b="1" dirty="0"/>
              <a:t>انواع کرنل</a:t>
            </a:r>
            <a:endParaRPr lang="fa-IR" sz="2200" b="1" dirty="0"/>
          </a:p>
          <a:p>
            <a:pPr marL="0" indent="0" algn="r" rtl="1">
              <a:buNone/>
            </a:pPr>
            <a:r>
              <a:rPr lang="fa-IR" sz="2100" b="1" dirty="0"/>
              <a:t>     1.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کرنل خطی </a:t>
            </a:r>
            <a:r>
              <a:rPr lang="en-GB" sz="2100" b="0" i="0" dirty="0">
                <a:solidFill>
                  <a:srgbClr val="FF0000"/>
                </a:solidFill>
                <a:effectLst/>
                <a:latin typeface="iranyekan"/>
              </a:rPr>
              <a:t>Linear Kernel)</a:t>
            </a:r>
            <a:r>
              <a:rPr lang="fa-IR" sz="2100" b="0" i="0" dirty="0">
                <a:solidFill>
                  <a:srgbClr val="FF0000"/>
                </a:solidFill>
                <a:effectLst/>
                <a:latin typeface="iranyekan"/>
              </a:rPr>
              <a:t>) </a:t>
            </a:r>
            <a:r>
              <a:rPr lang="fa-IR" sz="2100" b="0" i="0" dirty="0">
                <a:effectLst/>
                <a:latin typeface="iranyekan"/>
              </a:rPr>
              <a:t>: </a:t>
            </a:r>
            <a:r>
              <a:rPr lang="ar-SA" sz="2100" b="0" i="0" dirty="0">
                <a:effectLst/>
                <a:latin typeface="iranyekan"/>
              </a:rPr>
              <a:t>زمانی که داده‌ها به‌صورت خطی جداپذیر باشند</a:t>
            </a:r>
            <a:r>
              <a:rPr lang="fa-IR" sz="2100" b="0" i="0" dirty="0">
                <a:effectLst/>
                <a:latin typeface="iranyekan"/>
              </a:rPr>
              <a:t> / </a:t>
            </a:r>
            <a:r>
              <a:rPr lang="ar-SA" sz="2100" b="0" i="0" dirty="0">
                <a:effectLst/>
                <a:latin typeface="iranyekan"/>
              </a:rPr>
              <a:t>آموزش سریع‌تر و نیاز به تنظیم کمتر پارامترها</a:t>
            </a:r>
            <a:endParaRPr lang="fa-IR" sz="2100" b="0" i="0" dirty="0">
              <a:effectLst/>
              <a:latin typeface="iranyekan"/>
            </a:endParaRPr>
          </a:p>
          <a:p>
            <a:pPr marL="0" indent="0" algn="r" rtl="1">
              <a:buNone/>
            </a:pPr>
            <a:r>
              <a:rPr lang="fa-IR" sz="2100" b="1" dirty="0"/>
              <a:t>     2.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کرنل چندجمله‌ای </a:t>
            </a:r>
            <a:r>
              <a:rPr lang="en-GB" sz="2100" b="0" i="0" dirty="0">
                <a:solidFill>
                  <a:srgbClr val="FF0000"/>
                </a:solidFill>
                <a:effectLst/>
                <a:latin typeface="iranyekan"/>
              </a:rPr>
              <a:t>Polynomial Kernel)</a:t>
            </a:r>
            <a:r>
              <a:rPr lang="fa-IR" sz="2100" b="0" i="0" dirty="0">
                <a:solidFill>
                  <a:srgbClr val="FF0000"/>
                </a:solidFill>
                <a:effectLst/>
                <a:latin typeface="iranyekan"/>
              </a:rPr>
              <a:t>) </a:t>
            </a:r>
            <a:r>
              <a:rPr lang="fa-IR" sz="2100" b="0" i="0" dirty="0">
                <a:effectLst/>
                <a:latin typeface="iranyekan"/>
              </a:rPr>
              <a:t>: </a:t>
            </a:r>
            <a:r>
              <a:rPr lang="fa-IR" sz="2100" b="1" dirty="0"/>
              <a:t>بر</a:t>
            </a:r>
            <a:r>
              <a:rPr lang="ar-SA" sz="2100" b="0" i="0" dirty="0">
                <a:effectLst/>
                <a:latin typeface="iranyekan"/>
              </a:rPr>
              <a:t>ای داده‌های غیرخطی استفاده می‌شود</a:t>
            </a:r>
            <a:endParaRPr lang="fa-IR" sz="2100" dirty="0">
              <a:latin typeface="iranyekan"/>
            </a:endParaRPr>
          </a:p>
          <a:p>
            <a:pPr marL="0" indent="0" algn="r" rtl="1">
              <a:buNone/>
            </a:pPr>
            <a:r>
              <a:rPr lang="fa-IR" sz="2100" b="1" dirty="0">
                <a:latin typeface="iranyekan"/>
              </a:rPr>
              <a:t>     3.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کرنل </a:t>
            </a:r>
            <a:r>
              <a:rPr lang="en-GB" sz="2100" b="0" i="0" dirty="0">
                <a:solidFill>
                  <a:srgbClr val="FF0000"/>
                </a:solidFill>
                <a:effectLst/>
                <a:latin typeface="iranyekan"/>
              </a:rPr>
              <a:t>RBF </a:t>
            </a:r>
            <a:r>
              <a:rPr lang="ar-SA" sz="2100" b="0" i="0" dirty="0">
                <a:solidFill>
                  <a:srgbClr val="FF0000"/>
                </a:solidFill>
                <a:effectLst/>
                <a:latin typeface="iranyekan"/>
              </a:rPr>
              <a:t>یا تابع پایه شعاعی </a:t>
            </a:r>
            <a:r>
              <a:rPr lang="en-GB" sz="2100" b="0" i="0" dirty="0">
                <a:solidFill>
                  <a:srgbClr val="FF0000"/>
                </a:solidFill>
                <a:effectLst/>
                <a:latin typeface="iranyekan"/>
              </a:rPr>
              <a:t>Radial Basis Function)</a:t>
            </a:r>
            <a:r>
              <a:rPr lang="fa-IR" sz="2100" b="0" i="0" dirty="0">
                <a:solidFill>
                  <a:srgbClr val="FF0000"/>
                </a:solidFill>
                <a:effectLst/>
                <a:latin typeface="iranyekan"/>
              </a:rPr>
              <a:t>) </a:t>
            </a:r>
            <a:r>
              <a:rPr lang="fa-IR" sz="2100" b="0" i="0" dirty="0">
                <a:effectLst/>
                <a:latin typeface="iranyekan"/>
              </a:rPr>
              <a:t>: </a:t>
            </a:r>
            <a:r>
              <a:rPr lang="ar-SA" sz="2100" b="0" i="0" dirty="0">
                <a:effectLst/>
                <a:latin typeface="iranyekan"/>
              </a:rPr>
              <a:t>پرکاربردترین کرنل در </a:t>
            </a:r>
            <a:r>
              <a:rPr lang="en-GB" sz="2100" b="0" i="0" dirty="0">
                <a:effectLst/>
                <a:latin typeface="iranyekan"/>
              </a:rPr>
              <a:t>SVM </a:t>
            </a:r>
            <a:r>
              <a:rPr lang="ar-SA" sz="2100" b="0" i="0" dirty="0">
                <a:effectLst/>
                <a:latin typeface="iranyekan"/>
              </a:rPr>
              <a:t>به دلیل انعطاف‌پذیری و توانایی در مدل‌سازی الگوهای پیچیده</a:t>
            </a:r>
            <a:endParaRPr lang="en-GB" sz="2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05CB2-209C-EF66-75C9-4506AB5D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74268"/>
            <a:ext cx="2144865" cy="490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ADBA6-30D7-6D6C-E529-2B91E92F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98" y="4868171"/>
            <a:ext cx="2657513" cy="490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527848-D0C6-062A-6997-344ABEA51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00" y="5761296"/>
            <a:ext cx="4154908" cy="49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691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777E-8402-FC6A-3A6E-B208AA3A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1639"/>
            <a:ext cx="9603275" cy="542115"/>
          </a:xfrm>
        </p:spPr>
        <p:txBody>
          <a:bodyPr/>
          <a:lstStyle/>
          <a:p>
            <a:pPr rtl="1"/>
            <a:r>
              <a:rPr lang="en-GB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2A105-2D82-84ED-D7C3-FF47F2BE5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2400" b="1" dirty="0"/>
              <a:t>کاربردها</a:t>
            </a:r>
            <a:r>
              <a:rPr lang="fa-IR" sz="2400" b="1" dirty="0"/>
              <a:t> :</a:t>
            </a:r>
          </a:p>
          <a:p>
            <a:pPr marL="0" indent="0" algn="r" rtl="1">
              <a:buNone/>
            </a:pPr>
            <a:r>
              <a:rPr lang="fa-IR" sz="2400" dirty="0"/>
              <a:t>      1. </a:t>
            </a:r>
            <a:r>
              <a:rPr lang="ar-SA" sz="2400" dirty="0"/>
              <a:t>تشخیص الگو:</a:t>
            </a:r>
            <a:r>
              <a:rPr lang="fa-IR" sz="2400" dirty="0"/>
              <a:t> </a:t>
            </a:r>
            <a:r>
              <a:rPr lang="ar-SA" sz="2400" dirty="0"/>
              <a:t>مانند تشخیص دست‌خط و چهره</a:t>
            </a:r>
          </a:p>
          <a:p>
            <a:pPr marL="0" indent="0" algn="r" rtl="1">
              <a:buNone/>
            </a:pPr>
            <a:r>
              <a:rPr lang="fa-IR" sz="2400" dirty="0"/>
              <a:t>      2. </a:t>
            </a:r>
            <a:r>
              <a:rPr lang="ar-SA" sz="2400" dirty="0"/>
              <a:t>بیوانفورماتیک</a:t>
            </a:r>
            <a:r>
              <a:rPr lang="fa-IR" sz="2400" dirty="0"/>
              <a:t> : </a:t>
            </a:r>
            <a:r>
              <a:rPr lang="ar-SA" sz="2400" dirty="0"/>
              <a:t>طبقه‌بندی پروتئین‌ها</a:t>
            </a:r>
            <a:r>
              <a:rPr lang="fa-IR" sz="2400" dirty="0"/>
              <a:t> / </a:t>
            </a:r>
            <a:r>
              <a:rPr lang="ar-SA" sz="2400" i="0" dirty="0">
                <a:effectLst/>
                <a:latin typeface="iranyekan"/>
              </a:rPr>
              <a:t>تشخیص بیان ژن‌های مرتبط با بیماری‌ها</a:t>
            </a:r>
            <a:endParaRPr lang="ar-SA" sz="2400" dirty="0"/>
          </a:p>
          <a:p>
            <a:pPr marL="0" indent="0" algn="r" rtl="1">
              <a:buNone/>
            </a:pPr>
            <a:r>
              <a:rPr lang="fa-IR" sz="2400" dirty="0"/>
              <a:t>      3. </a:t>
            </a:r>
            <a:r>
              <a:rPr lang="ar-SA" sz="2400" dirty="0"/>
              <a:t>تحلیل متن</a:t>
            </a:r>
            <a:r>
              <a:rPr lang="fa-IR" sz="2400" dirty="0"/>
              <a:t> : ط</a:t>
            </a:r>
            <a:r>
              <a:rPr lang="ar-SA" sz="2400" i="0" dirty="0">
                <a:effectLst/>
                <a:latin typeface="iranyekan"/>
              </a:rPr>
              <a:t>بقه‌بندی متن و تحلیل احساسات</a:t>
            </a:r>
            <a:r>
              <a:rPr lang="fa-IR" sz="2400" i="0" dirty="0">
                <a:effectLst/>
                <a:latin typeface="iranyekan"/>
              </a:rPr>
              <a:t> / </a:t>
            </a:r>
            <a:r>
              <a:rPr lang="ar-SA" sz="2400" dirty="0"/>
              <a:t>دسته‌بندی ایمیل‌ها</a:t>
            </a:r>
            <a:endParaRPr lang="fa-IR" sz="2400" dirty="0"/>
          </a:p>
          <a:p>
            <a:pPr marL="0" indent="0" algn="r" rtl="1">
              <a:buNone/>
            </a:pPr>
            <a:r>
              <a:rPr lang="fa-IR" sz="2400" dirty="0"/>
              <a:t>      4. </a:t>
            </a:r>
            <a:r>
              <a:rPr lang="ar-SA" sz="2400" i="0" dirty="0">
                <a:effectLst/>
                <a:latin typeface="iranyekan"/>
              </a:rPr>
              <a:t>تشخیص ناهنجاری: شناسایی تراکنش‌های مالی تقلبی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15036460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10B0-EFD8-8437-4528-BAE98203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4203"/>
            <a:ext cx="9603275" cy="639551"/>
          </a:xfrm>
        </p:spPr>
        <p:txBody>
          <a:bodyPr/>
          <a:lstStyle/>
          <a:p>
            <a:pPr algn="r" rtl="1"/>
            <a:r>
              <a:rPr lang="ar-SA" dirty="0"/>
              <a:t>درخت تصمیم </a:t>
            </a:r>
            <a:r>
              <a:rPr lang="fa-IR" dirty="0"/>
              <a:t>(</a:t>
            </a:r>
            <a:r>
              <a:rPr lang="en-GB" dirty="0"/>
              <a:t>Decision Tree</a:t>
            </a:r>
            <a:r>
              <a:rPr lang="fa-IR" dirty="0"/>
              <a:t>)</a:t>
            </a:r>
            <a:endParaRPr lang="en-GB" dirty="0"/>
          </a:p>
        </p:txBody>
      </p:sp>
      <p:pic>
        <p:nvPicPr>
          <p:cNvPr id="7170" name="Picture 2" descr="مفهوم درخت در یادگیری ماشین">
            <a:extLst>
              <a:ext uri="{FF2B5EF4-FFF2-40B4-BE49-F238E27FC236}">
                <a16:creationId xmlns:a16="http://schemas.microsoft.com/office/drawing/2014/main" id="{DC141A15-17C1-915C-9AE6-CED334DD91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98" y="1853755"/>
            <a:ext cx="3725056" cy="422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BD442-0D32-EBA8-558F-215278D2D682}"/>
              </a:ext>
            </a:extLst>
          </p:cNvPr>
          <p:cNvSpPr txBox="1"/>
          <p:nvPr/>
        </p:nvSpPr>
        <p:spPr>
          <a:xfrm>
            <a:off x="5111646" y="2008682"/>
            <a:ext cx="5943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400" dirty="0"/>
              <a:t>ساختمان داده، شامل روش‌ها و ساختارهایی برای ذخیره‌سازی و مدیریت داده‌ها به شکل کارآمد و بهینه است.</a:t>
            </a:r>
            <a:endParaRPr lang="en-US" sz="24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400" dirty="0"/>
              <a:t>ساختمان داده درختی یک ساختار داده سلسله مراتبی هست که از یکسری گره</a:t>
            </a:r>
            <a:r>
              <a:rPr lang="en-GB" sz="2400" dirty="0"/>
              <a:t>Node) </a:t>
            </a:r>
            <a:r>
              <a:rPr lang="fa-IR" sz="2400" dirty="0"/>
              <a:t>) </a:t>
            </a:r>
            <a:r>
              <a:rPr lang="ar-SA" sz="2400" dirty="0"/>
              <a:t>تشکیل شده</a:t>
            </a:r>
            <a:endParaRPr lang="fa-IR" sz="2400" dirty="0"/>
          </a:p>
        </p:txBody>
      </p:sp>
    </p:spTree>
    <p:extLst>
      <p:ext uri="{BB962C8B-B14F-4D97-AF65-F5344CB8AC3E}">
        <p14:creationId xmlns:p14="http://schemas.microsoft.com/office/powerpoint/2010/main" val="11149465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ساختار داده درختی یا Tree Data Structure">
            <a:extLst>
              <a:ext uri="{FF2B5EF4-FFF2-40B4-BE49-F238E27FC236}">
                <a16:creationId xmlns:a16="http://schemas.microsoft.com/office/drawing/2014/main" id="{A68F6CE6-BED8-C9C1-EFE0-ABCF9AB27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18" y="299803"/>
            <a:ext cx="10598046" cy="567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6567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B0E1-4218-3F6B-2C93-6DCFA306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4203"/>
            <a:ext cx="9603275" cy="639551"/>
          </a:xfrm>
        </p:spPr>
        <p:txBody>
          <a:bodyPr/>
          <a:lstStyle/>
          <a:p>
            <a:pPr algn="r" rtl="1"/>
            <a:r>
              <a:rPr lang="ar-SA" dirty="0"/>
              <a:t>درخت تصمیم </a:t>
            </a:r>
            <a:r>
              <a:rPr lang="fa-IR" dirty="0"/>
              <a:t>(</a:t>
            </a:r>
            <a:r>
              <a:rPr lang="en-GB" dirty="0"/>
              <a:t>Decision Tree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80C8-4D2B-2E17-90DF-93C1CCA94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659" y="1926236"/>
            <a:ext cx="9773195" cy="4227226"/>
          </a:xfrm>
        </p:spPr>
        <p:txBody>
          <a:bodyPr>
            <a:noAutofit/>
          </a:bodyPr>
          <a:lstStyle/>
          <a:p>
            <a:pPr algn="r" rtl="1"/>
            <a:r>
              <a:rPr lang="ar-SA" sz="2300" dirty="0"/>
              <a:t>سه نوع گره یا </a:t>
            </a:r>
            <a:r>
              <a:rPr lang="en-GB" sz="2300" dirty="0">
                <a:solidFill>
                  <a:srgbClr val="FF0000"/>
                </a:solidFill>
              </a:rPr>
              <a:t>Node </a:t>
            </a:r>
            <a:r>
              <a:rPr lang="ar-SA" sz="2300" dirty="0"/>
              <a:t>در ساختار درختی</a:t>
            </a:r>
            <a:r>
              <a:rPr lang="fa-IR" sz="2300" dirty="0"/>
              <a:t> داریم:</a:t>
            </a:r>
          </a:p>
          <a:p>
            <a:pPr marL="0" indent="0" algn="r" rtl="1">
              <a:buNone/>
            </a:pPr>
            <a:r>
              <a:rPr lang="fa-IR" sz="2300" dirty="0"/>
              <a:t>      1.  گ</a:t>
            </a:r>
            <a:r>
              <a:rPr lang="ar-SA" sz="2300" dirty="0"/>
              <a:t>ره ریشه یا </a:t>
            </a:r>
            <a:r>
              <a:rPr lang="en-GB" sz="2300" dirty="0">
                <a:solidFill>
                  <a:srgbClr val="FF0000"/>
                </a:solidFill>
              </a:rPr>
              <a:t>Root Node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همه چیز از این گره شروع می‌شود و </a:t>
            </a:r>
            <a:r>
              <a:rPr lang="ar-SA" sz="2300" dirty="0">
                <a:solidFill>
                  <a:srgbClr val="FF0000"/>
                </a:solidFill>
              </a:rPr>
              <a:t>گره والد </a:t>
            </a:r>
            <a:r>
              <a:rPr lang="ar-SA" sz="2300" dirty="0"/>
              <a:t>هم نام دارد</a:t>
            </a:r>
            <a:r>
              <a:rPr lang="fa-IR" sz="2300" dirty="0"/>
              <a:t>.</a:t>
            </a:r>
          </a:p>
          <a:p>
            <a:pPr marL="0" indent="0" algn="r" rtl="1">
              <a:buNone/>
            </a:pPr>
            <a:r>
              <a:rPr lang="fa-IR" sz="2300" dirty="0"/>
              <a:t>      2. </a:t>
            </a:r>
            <a:r>
              <a:rPr lang="ar-SA" sz="2300" dirty="0"/>
              <a:t>گره داخلی یا </a:t>
            </a:r>
            <a:r>
              <a:rPr lang="en-GB" sz="2300" dirty="0">
                <a:solidFill>
                  <a:srgbClr val="FF0000"/>
                </a:solidFill>
              </a:rPr>
              <a:t>Inner Node</a:t>
            </a:r>
            <a:r>
              <a:rPr lang="fa-IR" sz="2300" dirty="0"/>
              <a:t> یا گره تصمیم : </a:t>
            </a:r>
            <a:r>
              <a:rPr lang="ar-SA" sz="2300" dirty="0"/>
              <a:t>این گره </a:t>
            </a:r>
            <a:r>
              <a:rPr lang="ar-SA" sz="2300" dirty="0">
                <a:solidFill>
                  <a:srgbClr val="FF0000"/>
                </a:solidFill>
              </a:rPr>
              <a:t>هم والد هست و هم فرزند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.</a:t>
            </a:r>
          </a:p>
          <a:p>
            <a:pPr marL="0" indent="0" algn="r" rtl="1">
              <a:buNone/>
            </a:pPr>
            <a:r>
              <a:rPr lang="fa-IR" sz="2300" dirty="0"/>
              <a:t>      3. </a:t>
            </a:r>
            <a:r>
              <a:rPr lang="ar-SA" sz="2300" dirty="0"/>
              <a:t>برگ یا </a:t>
            </a:r>
            <a:r>
              <a:rPr lang="en-GB" sz="2300" dirty="0">
                <a:solidFill>
                  <a:srgbClr val="FF0000"/>
                </a:solidFill>
              </a:rPr>
              <a:t>Leaf Node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این گره والد نیست و </a:t>
            </a:r>
            <a:r>
              <a:rPr lang="ar-SA" sz="2300" dirty="0">
                <a:solidFill>
                  <a:srgbClr val="FF0000"/>
                </a:solidFill>
              </a:rPr>
              <a:t>فقط فرزند </a:t>
            </a:r>
            <a:r>
              <a:rPr lang="ar-SA" sz="2300" dirty="0"/>
              <a:t>هست</a:t>
            </a:r>
            <a:r>
              <a:rPr lang="fa-IR" sz="2300" dirty="0"/>
              <a:t> </a:t>
            </a:r>
            <a:r>
              <a:rPr lang="ar-SA" sz="2300" dirty="0"/>
              <a:t>که </a:t>
            </a:r>
            <a:r>
              <a:rPr lang="ar-SA" sz="2300" dirty="0">
                <a:solidFill>
                  <a:srgbClr val="FF0000"/>
                </a:solidFill>
              </a:rPr>
              <a:t>نتیجه نهایی</a:t>
            </a:r>
            <a:r>
              <a:rPr lang="ar-SA" sz="2300" dirty="0"/>
              <a:t> (کلاس یا</a:t>
            </a:r>
            <a:r>
              <a:rPr lang="fa-IR" sz="2300" dirty="0"/>
              <a:t> </a:t>
            </a:r>
            <a:r>
              <a:rPr lang="ar-SA" sz="2300" dirty="0"/>
              <a:t>مقدارعددی) را مشخص میکنند.</a:t>
            </a:r>
            <a:endParaRPr lang="fa-IR" sz="2300" dirty="0"/>
          </a:p>
          <a:p>
            <a:pPr algn="r" rtl="1"/>
            <a:r>
              <a:rPr lang="ar-SA" sz="2300" dirty="0"/>
              <a:t>شاخه یا یال یا </a:t>
            </a:r>
            <a:r>
              <a:rPr lang="en-GB" sz="2300" dirty="0">
                <a:solidFill>
                  <a:srgbClr val="FF0000"/>
                </a:solidFill>
              </a:rPr>
              <a:t>Branch</a:t>
            </a:r>
            <a:r>
              <a:rPr lang="fa-IR" sz="2300" dirty="0"/>
              <a:t> : </a:t>
            </a:r>
            <a:r>
              <a:rPr lang="ar-SA" sz="2300" dirty="0"/>
              <a:t>متصل‌کننده گره‌ها</a:t>
            </a:r>
            <a:r>
              <a:rPr lang="fa-IR" sz="2300" dirty="0"/>
              <a:t>.</a:t>
            </a:r>
          </a:p>
          <a:p>
            <a:pPr algn="r" rtl="1"/>
            <a:r>
              <a:rPr lang="ar-SA" sz="2300" dirty="0"/>
              <a:t>زیردرخت یا </a:t>
            </a:r>
            <a:r>
              <a:rPr lang="en-GB" sz="2300" dirty="0">
                <a:solidFill>
                  <a:srgbClr val="FF0000"/>
                </a:solidFill>
              </a:rPr>
              <a:t>Sub Tree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یک تکه از درخت را زیردرخت یا </a:t>
            </a:r>
            <a:r>
              <a:rPr lang="en-GB" sz="2300" dirty="0"/>
              <a:t>Sub Tree </a:t>
            </a:r>
            <a:r>
              <a:rPr lang="ar-SA" sz="2300" dirty="0"/>
              <a:t>می‌نامیم</a:t>
            </a:r>
            <a:r>
              <a:rPr lang="fa-IR" sz="2300" dirty="0"/>
              <a:t>.</a:t>
            </a:r>
          </a:p>
          <a:p>
            <a:pPr algn="r" rtl="1"/>
            <a:r>
              <a:rPr lang="ar-SA" sz="2300" dirty="0"/>
              <a:t>عمق یا </a:t>
            </a:r>
            <a:r>
              <a:rPr lang="en-GB" sz="2300" dirty="0">
                <a:solidFill>
                  <a:srgbClr val="FF0000"/>
                </a:solidFill>
              </a:rPr>
              <a:t>Depth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تعداد یال‌های بین گره ریشه تا یک گره مشخص</a:t>
            </a:r>
            <a:r>
              <a:rPr lang="fa-IR" sz="2300" dirty="0"/>
              <a:t>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2745456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BEF6-A2FC-2AC5-2044-30EBE04A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1679"/>
            <a:ext cx="9603275" cy="602075"/>
          </a:xfrm>
        </p:spPr>
        <p:txBody>
          <a:bodyPr/>
          <a:lstStyle/>
          <a:p>
            <a:pPr algn="r" rtl="1"/>
            <a:r>
              <a:rPr lang="ar-SA" dirty="0"/>
              <a:t>درخت تصمیم </a:t>
            </a:r>
            <a:r>
              <a:rPr lang="fa-IR" dirty="0"/>
              <a:t>(</a:t>
            </a:r>
            <a:r>
              <a:rPr lang="en-GB" dirty="0"/>
              <a:t>Decision Tree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39516-7955-37D0-777D-8682313F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2740"/>
          </a:xfrm>
        </p:spPr>
        <p:txBody>
          <a:bodyPr>
            <a:noAutofit/>
          </a:bodyPr>
          <a:lstStyle/>
          <a:p>
            <a:pPr algn="r" rtl="1"/>
            <a:r>
              <a:rPr lang="ar-SA" sz="2300" dirty="0"/>
              <a:t>درخت تصمیم یک </a:t>
            </a:r>
            <a:r>
              <a:rPr lang="ar-SA" sz="2300" dirty="0">
                <a:solidFill>
                  <a:srgbClr val="FF0000"/>
                </a:solidFill>
              </a:rPr>
              <a:t>الگوریتم یادگیری نظارت</a:t>
            </a:r>
            <a:r>
              <a:rPr lang="fa-IR" sz="2300" dirty="0">
                <a:solidFill>
                  <a:srgbClr val="FF0000"/>
                </a:solidFill>
              </a:rPr>
              <a:t>‌</a:t>
            </a:r>
            <a:r>
              <a:rPr lang="ar-SA" sz="2300" dirty="0">
                <a:solidFill>
                  <a:srgbClr val="FF0000"/>
                </a:solidFill>
              </a:rPr>
              <a:t>شده </a:t>
            </a:r>
            <a:r>
              <a:rPr lang="ar-SA" sz="2300" dirty="0"/>
              <a:t>است</a:t>
            </a:r>
            <a:r>
              <a:rPr lang="fa-IR" sz="2300" dirty="0"/>
              <a:t>.</a:t>
            </a:r>
          </a:p>
          <a:p>
            <a:pPr algn="r" rtl="1"/>
            <a:r>
              <a:rPr lang="ar-SA" sz="2300" dirty="0"/>
              <a:t>برای </a:t>
            </a:r>
            <a:r>
              <a:rPr lang="ar-SA" sz="2300" dirty="0">
                <a:solidFill>
                  <a:srgbClr val="FF0000"/>
                </a:solidFill>
              </a:rPr>
              <a:t>طبقه</a:t>
            </a:r>
            <a:r>
              <a:rPr lang="fa-IR" sz="2300" dirty="0">
                <a:solidFill>
                  <a:srgbClr val="FF0000"/>
                </a:solidFill>
              </a:rPr>
              <a:t>‌</a:t>
            </a:r>
            <a:r>
              <a:rPr lang="ar-SA" sz="2300" dirty="0">
                <a:solidFill>
                  <a:srgbClr val="FF0000"/>
                </a:solidFill>
              </a:rPr>
              <a:t>بندی</a:t>
            </a:r>
            <a:r>
              <a:rPr lang="ar-SA" sz="2300" dirty="0"/>
              <a:t> و</a:t>
            </a:r>
            <a:r>
              <a:rPr lang="ar-SA" sz="2300" dirty="0">
                <a:solidFill>
                  <a:srgbClr val="FF0000"/>
                </a:solidFill>
              </a:rPr>
              <a:t> رگرسیون </a:t>
            </a:r>
            <a:r>
              <a:rPr lang="ar-SA" sz="2300" dirty="0"/>
              <a:t>استفاده میشود. </a:t>
            </a:r>
            <a:endParaRPr lang="fa-IR" sz="2300" dirty="0"/>
          </a:p>
          <a:p>
            <a:pPr algn="r" rtl="1"/>
            <a:r>
              <a:rPr lang="ar-SA" sz="2300" dirty="0"/>
              <a:t>این مدل با ساختاری شبیه به درخت، داده</a:t>
            </a:r>
            <a:r>
              <a:rPr lang="fa-IR" sz="2300" dirty="0"/>
              <a:t>‌</a:t>
            </a:r>
            <a:r>
              <a:rPr lang="ar-SA" sz="2300" dirty="0"/>
              <a:t>ها را با ایجاد قوانین تصمیم</a:t>
            </a:r>
            <a:r>
              <a:rPr lang="fa-IR" sz="2300" dirty="0"/>
              <a:t> </a:t>
            </a:r>
            <a:r>
              <a:rPr lang="ar-SA" sz="2300" dirty="0"/>
              <a:t>گیری سلسله</a:t>
            </a:r>
            <a:r>
              <a:rPr lang="fa-IR" sz="2300" dirty="0"/>
              <a:t> </a:t>
            </a:r>
            <a:r>
              <a:rPr lang="ar-SA" sz="2300" dirty="0"/>
              <a:t>مراتبی تقسیم میکند</a:t>
            </a:r>
            <a:r>
              <a:rPr lang="fa-IR" sz="2300" dirty="0"/>
              <a:t>.</a:t>
            </a:r>
          </a:p>
          <a:p>
            <a:pPr algn="r" rtl="1"/>
            <a:r>
              <a:rPr lang="ar-SA" sz="2300" b="1" dirty="0"/>
              <a:t>گره‌ها</a:t>
            </a:r>
            <a:r>
              <a:rPr lang="ar-SA" sz="2300" dirty="0"/>
              <a:t> </a:t>
            </a:r>
            <a:r>
              <a:rPr lang="ar-SA" sz="2300" dirty="0">
                <a:solidFill>
                  <a:srgbClr val="FF0000"/>
                </a:solidFill>
              </a:rPr>
              <a:t>نشان‌دهنده تصمیمات</a:t>
            </a:r>
            <a:r>
              <a:rPr lang="ar-SA" sz="2300" dirty="0"/>
              <a:t> یا </a:t>
            </a:r>
            <a:r>
              <a:rPr lang="ar-SA" sz="2300" dirty="0">
                <a:solidFill>
                  <a:srgbClr val="FF0000"/>
                </a:solidFill>
              </a:rPr>
              <a:t>مقادیر پیش‌بینی‌شده</a:t>
            </a:r>
          </a:p>
          <a:p>
            <a:pPr algn="r" rtl="1"/>
            <a:r>
              <a:rPr lang="ar-SA" sz="2300" b="1" dirty="0"/>
              <a:t>شاخه‌ها</a:t>
            </a:r>
            <a:r>
              <a:rPr lang="ar-SA" sz="2300" dirty="0"/>
              <a:t> </a:t>
            </a:r>
            <a:r>
              <a:rPr lang="ar-SA" sz="2300" dirty="0">
                <a:solidFill>
                  <a:srgbClr val="FF0000"/>
                </a:solidFill>
              </a:rPr>
              <a:t>نتایج آزمون‌ها </a:t>
            </a:r>
            <a:r>
              <a:rPr lang="ar-SA" sz="2300" dirty="0"/>
              <a:t>را نشان می‌دهند</a:t>
            </a:r>
          </a:p>
          <a:p>
            <a:pPr algn="r" rtl="1"/>
            <a:r>
              <a:rPr lang="ar-SA" sz="2300" dirty="0"/>
              <a:t>هدف نهایی، </a:t>
            </a:r>
            <a:r>
              <a:rPr lang="ar-SA" sz="2300" dirty="0">
                <a:solidFill>
                  <a:srgbClr val="FF0000"/>
                </a:solidFill>
              </a:rPr>
              <a:t>تخصیص یک برچسب کلاس </a:t>
            </a:r>
            <a:r>
              <a:rPr lang="ar-SA" sz="2300" dirty="0"/>
              <a:t>(در مسائل طبقه‌بندی) یا </a:t>
            </a:r>
            <a:r>
              <a:rPr lang="ar-SA" sz="2300" dirty="0">
                <a:solidFill>
                  <a:srgbClr val="FF0000"/>
                </a:solidFill>
              </a:rPr>
              <a:t>یک مقدار عددی </a:t>
            </a:r>
            <a:r>
              <a:rPr lang="ar-SA" sz="2300" dirty="0"/>
              <a:t>(در مسائل رگرسیون) به هر نمونه ورودی است</a:t>
            </a:r>
          </a:p>
        </p:txBody>
      </p:sp>
    </p:spTree>
    <p:extLst>
      <p:ext uri="{BB962C8B-B14F-4D97-AF65-F5344CB8AC3E}">
        <p14:creationId xmlns:p14="http://schemas.microsoft.com/office/powerpoint/2010/main" val="18173759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9A2C-7ADE-5C6B-C61C-F39417B3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6689"/>
            <a:ext cx="9603275" cy="617065"/>
          </a:xfrm>
        </p:spPr>
        <p:txBody>
          <a:bodyPr/>
          <a:lstStyle/>
          <a:p>
            <a:pPr algn="r" rtl="1"/>
            <a:r>
              <a:rPr lang="ar-SA" dirty="0"/>
              <a:t>فرآیند ساخت درخت تصمیم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BDED6-0DC6-11EB-B1A0-588348F9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19" y="2015732"/>
            <a:ext cx="9863136" cy="4062779"/>
          </a:xfrm>
        </p:spPr>
        <p:txBody>
          <a:bodyPr>
            <a:noAutofit/>
          </a:bodyPr>
          <a:lstStyle/>
          <a:p>
            <a:pPr algn="r" rtl="1"/>
            <a:r>
              <a:rPr lang="ar-SA" sz="2300" dirty="0"/>
              <a:t>با انتخاب بهترین ویژگی برای تقسیم دادهها شروع میشود</a:t>
            </a:r>
            <a:endParaRPr lang="fa-IR" sz="2300" dirty="0"/>
          </a:p>
          <a:p>
            <a:pPr algn="r" rtl="1"/>
            <a:r>
              <a:rPr lang="ar-SA" sz="2300" dirty="0"/>
              <a:t>این فرآیند را بهصورت بازگشتی تکرار میکند تا به برگها برسد</a:t>
            </a:r>
            <a:r>
              <a:rPr lang="fa-IR" sz="2300" dirty="0"/>
              <a:t> که شامل :</a:t>
            </a:r>
          </a:p>
          <a:p>
            <a:pPr marL="0" indent="0" algn="r" rtl="1">
              <a:buNone/>
            </a:pPr>
            <a:r>
              <a:rPr lang="fa-IR" sz="2300" dirty="0"/>
              <a:t> 1- </a:t>
            </a:r>
            <a:r>
              <a:rPr lang="ar-SA" sz="2300" dirty="0">
                <a:solidFill>
                  <a:srgbClr val="FF0000"/>
                </a:solidFill>
              </a:rPr>
              <a:t>انتخاب بهترین ویژگی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</a:t>
            </a:r>
          </a:p>
          <a:p>
            <a:pPr marL="0" indent="0" algn="r" rtl="1">
              <a:buNone/>
            </a:pPr>
            <a:r>
              <a:rPr lang="fa-IR" sz="2300" dirty="0"/>
              <a:t>          </a:t>
            </a:r>
            <a:r>
              <a:rPr lang="ar-SA" sz="2300" dirty="0"/>
              <a:t>ویژگی‌ای انتخاب می‌شود که </a:t>
            </a:r>
            <a:r>
              <a:rPr lang="ar-SA" sz="2300" dirty="0">
                <a:solidFill>
                  <a:srgbClr val="FF0000"/>
                </a:solidFill>
              </a:rPr>
              <a:t>بیشترین تفکیک</a:t>
            </a:r>
            <a:r>
              <a:rPr lang="en-GB" sz="2300" dirty="0">
                <a:solidFill>
                  <a:srgbClr val="FF0000"/>
                </a:solidFill>
              </a:rPr>
              <a:t>Separation) </a:t>
            </a:r>
            <a:r>
              <a:rPr lang="fa-IR" sz="2300" dirty="0">
                <a:solidFill>
                  <a:srgbClr val="FF0000"/>
                </a:solidFill>
              </a:rPr>
              <a:t>) </a:t>
            </a:r>
            <a:r>
              <a:rPr lang="ar-SA" sz="2300" dirty="0"/>
              <a:t>را در داده‌ها ایجاد کند. این انتخاب براساس معیارهایی مانند </a:t>
            </a:r>
            <a:r>
              <a:rPr lang="ar-SA" sz="2300" dirty="0">
                <a:solidFill>
                  <a:srgbClr val="FF0000"/>
                </a:solidFill>
              </a:rPr>
              <a:t>شاخص جینی </a:t>
            </a:r>
            <a:r>
              <a:rPr lang="fa-IR" sz="2300" dirty="0"/>
              <a:t>، </a:t>
            </a:r>
            <a:r>
              <a:rPr lang="fa-IR" sz="2300" dirty="0">
                <a:solidFill>
                  <a:srgbClr val="FF0000"/>
                </a:solidFill>
              </a:rPr>
              <a:t>آنتروپی</a:t>
            </a:r>
            <a:r>
              <a:rPr lang="fa-IR" sz="2300" dirty="0"/>
              <a:t> و </a:t>
            </a:r>
            <a:r>
              <a:rPr lang="en-US" sz="2300" dirty="0">
                <a:solidFill>
                  <a:srgbClr val="FF0000"/>
                </a:solidFill>
              </a:rPr>
              <a:t>MSE</a:t>
            </a:r>
            <a:r>
              <a:rPr lang="fa-IR" sz="2300" dirty="0"/>
              <a:t> </a:t>
            </a:r>
            <a:r>
              <a:rPr lang="ar-SA" sz="2300" dirty="0"/>
              <a:t>انجام می‌شود</a:t>
            </a:r>
            <a:r>
              <a:rPr lang="fa-IR" sz="2300" dirty="0"/>
              <a:t>.</a:t>
            </a:r>
          </a:p>
          <a:p>
            <a:pPr marL="0" indent="0" algn="r" rtl="1">
              <a:buNone/>
            </a:pPr>
            <a:r>
              <a:rPr lang="fa-IR" sz="2300" dirty="0"/>
              <a:t> 2- </a:t>
            </a:r>
            <a:r>
              <a:rPr lang="ar-SA" sz="2300" dirty="0">
                <a:solidFill>
                  <a:srgbClr val="FF0000"/>
                </a:solidFill>
              </a:rPr>
              <a:t>تقسیم داده‌ها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مجموعه داده بر اساس </a:t>
            </a:r>
            <a:r>
              <a:rPr lang="ar-SA" sz="2300" dirty="0">
                <a:solidFill>
                  <a:srgbClr val="FF0000"/>
                </a:solidFill>
              </a:rPr>
              <a:t>مقدار ویژگی </a:t>
            </a:r>
            <a:r>
              <a:rPr lang="ar-SA" sz="2300" dirty="0"/>
              <a:t>انتخاب‌شده به زیرمجموعه‌هایی تقسیم می‌شود</a:t>
            </a:r>
            <a:r>
              <a:rPr lang="fa-IR" sz="2300" dirty="0"/>
              <a:t>.</a:t>
            </a:r>
            <a:endParaRPr lang="ar-SA" sz="2300" dirty="0"/>
          </a:p>
          <a:p>
            <a:pPr marL="0" indent="0" algn="r" rtl="1">
              <a:buNone/>
            </a:pPr>
            <a:r>
              <a:rPr lang="fa-IR" sz="2300" dirty="0"/>
              <a:t> 3- </a:t>
            </a:r>
            <a:r>
              <a:rPr lang="ar-SA" sz="2300" dirty="0">
                <a:solidFill>
                  <a:srgbClr val="FF0000"/>
                </a:solidFill>
              </a:rPr>
              <a:t>تکرار فرآیند</a:t>
            </a:r>
            <a:r>
              <a:rPr lang="fa-IR" sz="2300" dirty="0">
                <a:solidFill>
                  <a:srgbClr val="FF0000"/>
                </a:solidFill>
              </a:rPr>
              <a:t> </a:t>
            </a:r>
            <a:r>
              <a:rPr lang="fa-IR" sz="2300" dirty="0"/>
              <a:t>: </a:t>
            </a:r>
            <a:r>
              <a:rPr lang="ar-SA" sz="2300" dirty="0"/>
              <a:t>این مراحل برای هر زیرمجموعه تکرار می‌شود تا یکی از </a:t>
            </a:r>
            <a:r>
              <a:rPr lang="ar-SA" sz="2300" dirty="0">
                <a:solidFill>
                  <a:srgbClr val="FF0000"/>
                </a:solidFill>
              </a:rPr>
              <a:t>شرایط توقف </a:t>
            </a:r>
            <a:r>
              <a:rPr lang="ar-SA" sz="2300" dirty="0"/>
              <a:t>برقرار شود</a:t>
            </a:r>
            <a:r>
              <a:rPr lang="fa-IR" sz="2300" dirty="0"/>
              <a:t>.</a:t>
            </a:r>
            <a:endParaRPr lang="ar-SA" sz="2300" dirty="0"/>
          </a:p>
        </p:txBody>
      </p:sp>
    </p:spTree>
    <p:extLst>
      <p:ext uri="{BB962C8B-B14F-4D97-AF65-F5344CB8AC3E}">
        <p14:creationId xmlns:p14="http://schemas.microsoft.com/office/powerpoint/2010/main" val="17764958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A74D-0083-0FEF-1363-A333D44F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6689"/>
            <a:ext cx="9603275" cy="617065"/>
          </a:xfrm>
        </p:spPr>
        <p:txBody>
          <a:bodyPr/>
          <a:lstStyle/>
          <a:p>
            <a:pPr algn="r" rtl="1"/>
            <a:r>
              <a:rPr lang="ar-SA" dirty="0"/>
              <a:t>درخت تصمیم </a:t>
            </a:r>
            <a:r>
              <a:rPr lang="fa-IR" dirty="0"/>
              <a:t>(</a:t>
            </a:r>
            <a:r>
              <a:rPr lang="en-GB" dirty="0"/>
              <a:t>Decision Tree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270D-5183-DDB4-CBC2-FFFA720D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33" y="1768840"/>
            <a:ext cx="10342822" cy="4369634"/>
          </a:xfrm>
        </p:spPr>
        <p:txBody>
          <a:bodyPr>
            <a:noAutofit/>
          </a:bodyPr>
          <a:lstStyle/>
          <a:p>
            <a:pPr algn="r" rtl="1"/>
            <a:r>
              <a:rPr lang="fa-IR" sz="2100" dirty="0"/>
              <a:t>شرایط توقف :</a:t>
            </a:r>
          </a:p>
          <a:p>
            <a:pPr marL="0" indent="0" algn="r" rtl="1">
              <a:buNone/>
            </a:pPr>
            <a:r>
              <a:rPr lang="fa-IR" sz="2100" dirty="0"/>
              <a:t>      1- همه نمونه‌ها در یک گره متعلق به یک کلاس باشند.</a:t>
            </a:r>
          </a:p>
          <a:p>
            <a:pPr marL="0" indent="0" algn="r" rtl="1">
              <a:buNone/>
            </a:pPr>
            <a:r>
              <a:rPr lang="fa-IR" sz="2100" dirty="0"/>
              <a:t>      2- هیچ ویژگی دیگری برای تقسیم باقی نمانده باشد.</a:t>
            </a:r>
          </a:p>
          <a:p>
            <a:pPr marL="0" indent="0" algn="r" rtl="1">
              <a:buNone/>
            </a:pPr>
            <a:r>
              <a:rPr lang="fa-IR" sz="2100" dirty="0"/>
              <a:t>      3- به </a:t>
            </a:r>
            <a:r>
              <a:rPr lang="ar-SA" sz="2100" b="0" i="0" dirty="0">
                <a:effectLst/>
                <a:latin typeface="iranyekan"/>
              </a:rPr>
              <a:t>حداکثر عمق درخت</a:t>
            </a:r>
            <a:r>
              <a:rPr lang="en-GB" sz="2100" b="0" i="0" dirty="0">
                <a:effectLst/>
                <a:latin typeface="iranyekan"/>
              </a:rPr>
              <a:t>Max Depth) </a:t>
            </a:r>
            <a:r>
              <a:rPr lang="fa-IR" sz="2100" b="0" i="0" dirty="0">
                <a:effectLst/>
                <a:latin typeface="iranyekan"/>
              </a:rPr>
              <a:t>) </a:t>
            </a:r>
            <a:r>
              <a:rPr lang="ar-SA" sz="2100" b="0" i="0" dirty="0">
                <a:effectLst/>
                <a:latin typeface="iranyekan"/>
              </a:rPr>
              <a:t>رسیده باشد</a:t>
            </a:r>
            <a:r>
              <a:rPr lang="fa-IR" sz="2100" dirty="0"/>
              <a:t>.</a:t>
            </a:r>
          </a:p>
          <a:p>
            <a:pPr algn="r" rtl="1"/>
            <a:r>
              <a:rPr lang="ar-SA" sz="2100" b="0" i="0" dirty="0">
                <a:effectLst/>
                <a:latin typeface="iranyekan"/>
              </a:rPr>
              <a:t>شاخص جینی </a:t>
            </a:r>
            <a:r>
              <a:rPr lang="en-GB" sz="2100" b="0" i="0" dirty="0">
                <a:effectLst/>
                <a:latin typeface="iranyekan"/>
              </a:rPr>
              <a:t>Gini Index)</a:t>
            </a:r>
            <a:r>
              <a:rPr lang="fa-IR" sz="2100" b="0" i="0" dirty="0">
                <a:effectLst/>
                <a:latin typeface="iranyekan"/>
              </a:rPr>
              <a:t>) : </a:t>
            </a:r>
            <a:r>
              <a:rPr lang="ar-SA" sz="2100" b="0" i="0" dirty="0">
                <a:effectLst/>
                <a:latin typeface="iranyekan"/>
              </a:rPr>
              <a:t>میزان ناخالصی</a:t>
            </a:r>
            <a:r>
              <a:rPr lang="en-GB" sz="2100" b="0" i="0" dirty="0">
                <a:effectLst/>
                <a:latin typeface="iranyekan"/>
              </a:rPr>
              <a:t>Impurity) </a:t>
            </a:r>
            <a:r>
              <a:rPr lang="fa-IR" sz="2100" b="0" i="0" dirty="0">
                <a:effectLst/>
                <a:latin typeface="iranyekan"/>
              </a:rPr>
              <a:t>) </a:t>
            </a:r>
            <a:r>
              <a:rPr lang="ar-SA" sz="2100" b="0" i="0" dirty="0">
                <a:effectLst/>
                <a:latin typeface="iranyekan"/>
              </a:rPr>
              <a:t>را محاسبه میکند</a:t>
            </a:r>
            <a:r>
              <a:rPr lang="fa-IR" sz="2100" b="0" i="0" dirty="0">
                <a:effectLst/>
                <a:latin typeface="iranyekan"/>
              </a:rPr>
              <a:t> / </a:t>
            </a:r>
            <a:r>
              <a:rPr lang="ar-SA" sz="2100" b="0" i="0" dirty="0">
                <a:effectLst/>
                <a:latin typeface="iranyekan"/>
              </a:rPr>
              <a:t>هرچه جینی کمتر باشد، تقسیم بهتر است</a:t>
            </a:r>
            <a:r>
              <a:rPr lang="fa-IR" sz="2100" b="0" i="0" dirty="0">
                <a:effectLst/>
                <a:latin typeface="iranyekan"/>
              </a:rPr>
              <a:t>.</a:t>
            </a:r>
          </a:p>
          <a:p>
            <a:pPr algn="r" rtl="1"/>
            <a:r>
              <a:rPr lang="ar-SA" sz="2100" b="0" i="0" dirty="0">
                <a:effectLst/>
                <a:latin typeface="iranyekan"/>
              </a:rPr>
              <a:t>آنتروپی</a:t>
            </a:r>
            <a:r>
              <a:rPr lang="fa-IR" sz="2100" b="0" i="0" dirty="0">
                <a:effectLst/>
                <a:latin typeface="iranyekan"/>
              </a:rPr>
              <a:t> </a:t>
            </a:r>
            <a:r>
              <a:rPr lang="en-GB" sz="2100" b="0" i="0" dirty="0">
                <a:effectLst/>
                <a:latin typeface="iranyekan"/>
              </a:rPr>
              <a:t>Entropy)</a:t>
            </a:r>
            <a:r>
              <a:rPr lang="fa-IR" sz="2100" b="0" i="0" dirty="0">
                <a:effectLst/>
                <a:latin typeface="iranyekan"/>
              </a:rPr>
              <a:t>)</a:t>
            </a:r>
            <a:r>
              <a:rPr lang="fa-IR" sz="2100" dirty="0">
                <a:latin typeface="iranyekan"/>
              </a:rPr>
              <a:t> : </a:t>
            </a:r>
            <a:r>
              <a:rPr lang="ar-SA" sz="2100" b="0" i="0" dirty="0">
                <a:effectLst/>
                <a:latin typeface="iranyekan"/>
              </a:rPr>
              <a:t>میزان بینظمی داده</a:t>
            </a:r>
            <a:r>
              <a:rPr lang="fa-IR" sz="2100" b="0" i="0" dirty="0">
                <a:effectLst/>
                <a:latin typeface="iranyekan"/>
              </a:rPr>
              <a:t> </a:t>
            </a:r>
            <a:r>
              <a:rPr lang="ar-SA" sz="2100" b="0" i="0" dirty="0">
                <a:effectLst/>
                <a:latin typeface="iranyekan"/>
              </a:rPr>
              <a:t>ها را اندازهگیری میکند</a:t>
            </a:r>
            <a:r>
              <a:rPr lang="fa-IR" sz="2100" b="0" i="0" dirty="0">
                <a:effectLst/>
                <a:latin typeface="iranyekan"/>
              </a:rPr>
              <a:t> / </a:t>
            </a:r>
            <a:r>
              <a:rPr lang="ar-SA" sz="2100" b="0" i="0" dirty="0">
                <a:effectLst/>
                <a:latin typeface="iranyekan"/>
              </a:rPr>
              <a:t>تقسیم با آنتروپی پایین</a:t>
            </a:r>
            <a:r>
              <a:rPr lang="fa-IR" sz="2100" b="0" i="0" dirty="0">
                <a:effectLst/>
                <a:latin typeface="iranyekan"/>
              </a:rPr>
              <a:t> </a:t>
            </a:r>
            <a:r>
              <a:rPr lang="ar-SA" sz="2100" b="0" i="0" dirty="0">
                <a:effectLst/>
                <a:latin typeface="iranyekan"/>
              </a:rPr>
              <a:t>تر ترجیح داده میشود</a:t>
            </a:r>
            <a:endParaRPr lang="fa-IR" sz="2100" b="0" i="0" dirty="0">
              <a:effectLst/>
              <a:latin typeface="iranyekan"/>
            </a:endParaRPr>
          </a:p>
          <a:p>
            <a:pPr marL="0" indent="0" algn="r" rtl="1">
              <a:buNone/>
            </a:pPr>
            <a:endParaRPr lang="fa-IR" sz="2100" b="0" i="0" dirty="0">
              <a:effectLst/>
              <a:latin typeface="iranyekan"/>
            </a:endParaRPr>
          </a:p>
          <a:p>
            <a:pPr algn="r" rtl="1"/>
            <a:r>
              <a:rPr lang="ar-SA" sz="2100" b="0" i="0" dirty="0">
                <a:effectLst/>
                <a:latin typeface="iranyekan"/>
              </a:rPr>
              <a:t>خطای مربعا</a:t>
            </a:r>
            <a:r>
              <a:rPr lang="fa-IR" sz="2100" b="0" i="0" dirty="0">
                <a:effectLst/>
                <a:latin typeface="iranyekan"/>
              </a:rPr>
              <a:t>ت (</a:t>
            </a:r>
            <a:r>
              <a:rPr lang="en-GB" sz="2100" b="0" i="0" dirty="0">
                <a:effectLst/>
                <a:latin typeface="iranyekan"/>
              </a:rPr>
              <a:t>MSE</a:t>
            </a:r>
            <a:r>
              <a:rPr lang="fa-IR" sz="2100" b="0" i="0" dirty="0">
                <a:effectLst/>
                <a:latin typeface="iranyekan"/>
              </a:rPr>
              <a:t>) : </a:t>
            </a:r>
            <a:r>
              <a:rPr lang="ar-SA" sz="2100" b="0" i="0" dirty="0">
                <a:effectLst/>
                <a:latin typeface="iranyekan"/>
              </a:rPr>
              <a:t>برای درختهای رگرسیون استفاده میشود</a:t>
            </a:r>
            <a:endParaRPr lang="en-GB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45B3A-334D-17FF-48E3-0E292D4C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239" y="4212361"/>
            <a:ext cx="2870549" cy="636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6D631-BDE3-851B-6DC0-4AA7CF36E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561" y="5141385"/>
            <a:ext cx="2870549" cy="70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F148E4-FCE5-66A8-1E53-C9F497A1C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960" y="5400248"/>
            <a:ext cx="2870549" cy="7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866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AD9-C8F9-A632-73EB-AA3DB014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4184"/>
            <a:ext cx="9603275" cy="609570"/>
          </a:xfrm>
        </p:spPr>
        <p:txBody>
          <a:bodyPr/>
          <a:lstStyle/>
          <a:p>
            <a:pPr algn="r" rtl="1"/>
            <a:r>
              <a:rPr lang="ar-SA" dirty="0"/>
              <a:t>درخت تصمیم </a:t>
            </a:r>
            <a:r>
              <a:rPr lang="fa-IR" dirty="0"/>
              <a:t>(</a:t>
            </a:r>
            <a:r>
              <a:rPr lang="en-GB" dirty="0"/>
              <a:t>Decision Tree</a:t>
            </a:r>
            <a:r>
              <a:rPr lang="fa-I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77036-2681-1FF6-1D28-F9D7AAC2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2740"/>
          </a:xfrm>
        </p:spPr>
        <p:txBody>
          <a:bodyPr>
            <a:noAutofit/>
          </a:bodyPr>
          <a:lstStyle/>
          <a:p>
            <a:pPr algn="r" rtl="1"/>
            <a:r>
              <a:rPr lang="ar-SA" sz="2300" b="1" i="0" dirty="0">
                <a:effectLst/>
                <a:latin typeface="iranyekan"/>
              </a:rPr>
              <a:t>روشهای بهبود عملکرد</a:t>
            </a:r>
            <a:r>
              <a:rPr lang="fa-IR" sz="2300" b="1" i="0" dirty="0">
                <a:effectLst/>
                <a:latin typeface="iranyekan"/>
              </a:rPr>
              <a:t> </a:t>
            </a:r>
            <a:r>
              <a:rPr lang="fa-IR" sz="2300" b="0" i="0" dirty="0">
                <a:effectLst/>
                <a:latin typeface="iranyekan"/>
              </a:rPr>
              <a:t>:</a:t>
            </a: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      1-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هرس کردن </a:t>
            </a:r>
            <a:r>
              <a:rPr lang="en-GB" sz="2300" b="0" i="0" dirty="0">
                <a:solidFill>
                  <a:srgbClr val="FF0000"/>
                </a:solidFill>
                <a:effectLst/>
                <a:latin typeface="iranyekan"/>
              </a:rPr>
              <a:t>Pruning)</a:t>
            </a:r>
            <a:r>
              <a:rPr lang="fa-IR" sz="2300" b="0" i="0" dirty="0">
                <a:solidFill>
                  <a:srgbClr val="FF0000"/>
                </a:solidFill>
                <a:effectLst/>
                <a:latin typeface="iranyekan"/>
              </a:rPr>
              <a:t>)</a:t>
            </a: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             </a:t>
            </a:r>
            <a:r>
              <a:rPr lang="ar-SA" sz="2300" b="0" i="0" dirty="0">
                <a:effectLst/>
                <a:latin typeface="iranyekan"/>
              </a:rPr>
              <a:t>هرس پسین </a:t>
            </a:r>
            <a:r>
              <a:rPr lang="en-GB" sz="2300" b="0" i="0" dirty="0">
                <a:effectLst/>
                <a:latin typeface="iranyekan"/>
              </a:rPr>
              <a:t>Post-Pruning)</a:t>
            </a:r>
            <a:r>
              <a:rPr lang="fa-IR" sz="2300" b="0" i="0" dirty="0">
                <a:effectLst/>
                <a:latin typeface="iranyekan"/>
              </a:rPr>
              <a:t>) : </a:t>
            </a:r>
            <a:r>
              <a:rPr lang="ar-SA" sz="2300" b="0" i="0" dirty="0">
                <a:effectLst/>
                <a:latin typeface="iranyekan"/>
              </a:rPr>
              <a:t>ساخت درخت کامل و سپس حذف شاخهها.</a:t>
            </a:r>
            <a:endParaRPr lang="fa-IR" sz="2300" b="0" i="0" dirty="0">
              <a:effectLst/>
              <a:latin typeface="iranyekan"/>
            </a:endParaRPr>
          </a:p>
          <a:p>
            <a:pPr marL="0" indent="0" algn="r" rtl="1">
              <a:buNone/>
            </a:pPr>
            <a:r>
              <a:rPr lang="fa-IR" sz="2300" dirty="0">
                <a:latin typeface="iranyekan"/>
              </a:rPr>
              <a:t>                 </a:t>
            </a:r>
            <a:r>
              <a:rPr lang="ar-SA" sz="2300" b="0" i="0" dirty="0">
                <a:effectLst/>
                <a:latin typeface="iranyekan"/>
              </a:rPr>
              <a:t>هرس پیشین </a:t>
            </a:r>
            <a:r>
              <a:rPr lang="en-GB" sz="2300" b="0" i="0" dirty="0">
                <a:effectLst/>
                <a:latin typeface="iranyekan"/>
              </a:rPr>
              <a:t>Pre-Pruning)</a:t>
            </a:r>
            <a:r>
              <a:rPr lang="fa-IR" sz="2300" b="0" i="0" dirty="0">
                <a:effectLst/>
                <a:latin typeface="iranyekan"/>
              </a:rPr>
              <a:t>) : </a:t>
            </a:r>
            <a:r>
              <a:rPr lang="ar-SA" sz="2300" b="0" i="0" dirty="0">
                <a:effectLst/>
                <a:latin typeface="iranyekan"/>
              </a:rPr>
              <a:t>توقف رشد درخت با اعمال محدودیتهایی مانند حداکثر عمق</a:t>
            </a:r>
            <a:endParaRPr lang="fa-IR" sz="2300" b="0" i="0" dirty="0">
              <a:effectLst/>
              <a:latin typeface="iranyekan"/>
            </a:endParaRPr>
          </a:p>
          <a:p>
            <a:pPr marL="0" indent="0" algn="r" rtl="1">
              <a:buNone/>
            </a:pPr>
            <a:endParaRPr lang="fa-IR" sz="2300" dirty="0">
              <a:latin typeface="iranyekan"/>
            </a:endParaRPr>
          </a:p>
          <a:p>
            <a:pPr marL="0" indent="0" algn="r" rtl="1">
              <a:buNone/>
            </a:pPr>
            <a:r>
              <a:rPr lang="fa-IR" sz="2300" b="0" i="0" dirty="0">
                <a:effectLst/>
                <a:latin typeface="iranyekan"/>
              </a:rPr>
              <a:t>          2- </a:t>
            </a:r>
            <a:r>
              <a:rPr lang="ar-SA" sz="2300" b="0" i="0" dirty="0">
                <a:solidFill>
                  <a:srgbClr val="FF0000"/>
                </a:solidFill>
                <a:effectLst/>
                <a:latin typeface="iranyekan"/>
              </a:rPr>
              <a:t>استفاده از جنگل تصادفی </a:t>
            </a:r>
            <a:r>
              <a:rPr lang="en-GB" sz="2300" b="0" i="0" dirty="0">
                <a:solidFill>
                  <a:srgbClr val="FF0000"/>
                </a:solidFill>
                <a:effectLst/>
                <a:latin typeface="iranyekan"/>
              </a:rPr>
              <a:t>Random Forest)</a:t>
            </a:r>
            <a:r>
              <a:rPr lang="fa-IR" sz="2300" b="0" i="0" dirty="0">
                <a:solidFill>
                  <a:srgbClr val="FF0000"/>
                </a:solidFill>
                <a:effectLst/>
                <a:latin typeface="iranyekan"/>
              </a:rPr>
              <a:t>) </a:t>
            </a:r>
            <a:r>
              <a:rPr lang="fa-IR" sz="2300" b="0" i="0" dirty="0">
                <a:effectLst/>
                <a:latin typeface="iranyekan"/>
              </a:rPr>
              <a:t>: </a:t>
            </a:r>
            <a:r>
              <a:rPr lang="ar-SA" sz="2300" b="0" i="0" dirty="0">
                <a:effectLst/>
                <a:latin typeface="iranyekan"/>
              </a:rPr>
              <a:t>ترکیب چند درخت تصمیم برای بهبود دقت و کاهش واریانس</a:t>
            </a:r>
          </a:p>
        </p:txBody>
      </p:sp>
    </p:spTree>
    <p:extLst>
      <p:ext uri="{BB962C8B-B14F-4D97-AF65-F5344CB8AC3E}">
        <p14:creationId xmlns:p14="http://schemas.microsoft.com/office/powerpoint/2010/main" val="87511304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11905</TotalTime>
  <Words>3290</Words>
  <Application>Microsoft Office PowerPoint</Application>
  <PresentationFormat>Widescreen</PresentationFormat>
  <Paragraphs>339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Arial</vt:lpstr>
      <vt:lpstr>B Zar</vt:lpstr>
      <vt:lpstr>Calibri</vt:lpstr>
      <vt:lpstr>Cambria Math</vt:lpstr>
      <vt:lpstr>Gill Sans MT</vt:lpstr>
      <vt:lpstr>iranyekan</vt:lpstr>
      <vt:lpstr>Gallery</vt:lpstr>
      <vt:lpstr>یادگیری ماشین</vt:lpstr>
      <vt:lpstr>مقدمه ای بر ماشین لرنینگ(ml)</vt:lpstr>
      <vt:lpstr>تعریف ML :</vt:lpstr>
      <vt:lpstr>PowerPoint Presentation</vt:lpstr>
      <vt:lpstr>PowerPoint Presentation</vt:lpstr>
      <vt:lpstr>تفاوت با برنامه‌نویسی سنتی:</vt:lpstr>
      <vt:lpstr>PowerPoint Presentation</vt:lpstr>
      <vt:lpstr>تاریخچه مختصر:</vt:lpstr>
      <vt:lpstr>PowerPoint Presentation</vt:lpstr>
      <vt:lpstr>فرآیند ماشین لرنینگ:</vt:lpstr>
      <vt:lpstr>PowerPoint Presentation</vt:lpstr>
      <vt:lpstr>مفاهیم پایه‌ای</vt:lpstr>
      <vt:lpstr>ویژگی‌ها Features)): </vt:lpstr>
      <vt:lpstr>برچسب‌ها Labels)):</vt:lpstr>
      <vt:lpstr>تقسیم‌بندی داده‌ها:</vt:lpstr>
      <vt:lpstr>تابع هزینه Cost Function)):</vt:lpstr>
      <vt:lpstr>PowerPoint Presentation</vt:lpstr>
      <vt:lpstr>PowerPoint Presentation</vt:lpstr>
      <vt:lpstr>PowerPoint Presentation</vt:lpstr>
      <vt:lpstr>یادگیری نظارت‌شده (Supervised Learning)</vt:lpstr>
      <vt:lpstr>PowerPoint Presentation</vt:lpstr>
      <vt:lpstr>PowerPoint Presentation</vt:lpstr>
      <vt:lpstr>PowerPoint Presentation</vt:lpstr>
      <vt:lpstr>رگرسیون (Regression)</vt:lpstr>
      <vt:lpstr>رگرسیون (Regression)</vt:lpstr>
      <vt:lpstr>PowerPoint Presentation</vt:lpstr>
      <vt:lpstr>رگرسیون خطی (Linear Regression)</vt:lpstr>
      <vt:lpstr>PowerPoint Presentation</vt:lpstr>
      <vt:lpstr>رگرسیون چند جمله‌ای (Polynomial Regression)</vt:lpstr>
      <vt:lpstr>تعیین مقدار خطا</vt:lpstr>
      <vt:lpstr>PowerPoint Presentation</vt:lpstr>
      <vt:lpstr>گرادیان کاهشی Gradient Descent) ) </vt:lpstr>
      <vt:lpstr>PowerPoint Presentation</vt:lpstr>
      <vt:lpstr>گرادیان کاهشی Gradient Descent) ) </vt:lpstr>
      <vt:lpstr>PowerPoint Presentation</vt:lpstr>
      <vt:lpstr>تابع محدب Convex)) &amp; تابع غیرمحدب Non Convex))</vt:lpstr>
      <vt:lpstr>PowerPoint Presentation</vt:lpstr>
      <vt:lpstr>PowerPoint Presentation</vt:lpstr>
      <vt:lpstr>PowerPoint Presentation</vt:lpstr>
      <vt:lpstr>PowerPoint Presentation</vt:lpstr>
      <vt:lpstr>فرار از مینیمم‌های محلی</vt:lpstr>
      <vt:lpstr>PowerPoint Presentation</vt:lpstr>
      <vt:lpstr>PowerPoint Presentation</vt:lpstr>
      <vt:lpstr>دسته بندی  (Classification)</vt:lpstr>
      <vt:lpstr>PowerPoint Presentation</vt:lpstr>
      <vt:lpstr>PowerPoint Presentation</vt:lpstr>
      <vt:lpstr>رگرسیون لجستیک  Logistic Regression))</vt:lpstr>
      <vt:lpstr>رگرسیون لجستیک  Logistic Regression))</vt:lpstr>
      <vt:lpstr>رگرسیون لجستیک  Logistic Regression))</vt:lpstr>
      <vt:lpstr>انواع رگرسیون لجستیک</vt:lpstr>
      <vt:lpstr>کراس آنتروپی</vt:lpstr>
      <vt:lpstr>کراس آنتروپی</vt:lpstr>
      <vt:lpstr>PowerPoint Presentation</vt:lpstr>
      <vt:lpstr>مفاهیم</vt:lpstr>
      <vt:lpstr>مفاهیم</vt:lpstr>
      <vt:lpstr>PowerPoint Presentation</vt:lpstr>
      <vt:lpstr>PowerPoint Presentation</vt:lpstr>
      <vt:lpstr>(K-Nearest Neighbors)KNN</vt:lpstr>
      <vt:lpstr>(K-Nearest Neighbors)KNN</vt:lpstr>
      <vt:lpstr>(K-Nearest Neighbors)KNN</vt:lpstr>
      <vt:lpstr>PowerPoint Presentation</vt:lpstr>
      <vt:lpstr>PowerPoint Presentation</vt:lpstr>
      <vt:lpstr>PowerPoint Presentation</vt:lpstr>
      <vt:lpstr>(K-Nearest Neighbors)KNN</vt:lpstr>
      <vt:lpstr>(K-Nearest Neighbors)KNN</vt:lpstr>
      <vt:lpstr>(K-Nearest Neighbors)KNN</vt:lpstr>
      <vt:lpstr>ماشین بردار پشتیبان (Support Vector Machine یا SVM)</vt:lpstr>
      <vt:lpstr>PowerPoint Presentation</vt:lpstr>
      <vt:lpstr>SVM</vt:lpstr>
      <vt:lpstr>PowerPoint Presentation</vt:lpstr>
      <vt:lpstr>SVM</vt:lpstr>
      <vt:lpstr>PowerPoint Presentation</vt:lpstr>
      <vt:lpstr>SVM</vt:lpstr>
      <vt:lpstr>SVM</vt:lpstr>
      <vt:lpstr>درخت تصمیم (Decision Tree)</vt:lpstr>
      <vt:lpstr>PowerPoint Presentation</vt:lpstr>
      <vt:lpstr>درخت تصمیم (Decision Tree)</vt:lpstr>
      <vt:lpstr>درخت تصمیم (Decision Tree)</vt:lpstr>
      <vt:lpstr>فرآیند ساخت درخت تصمیم</vt:lpstr>
      <vt:lpstr>درخت تصمیم (Decision Tree)</vt:lpstr>
      <vt:lpstr>درخت تصمیم (Decision Tree)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abbasi</dc:creator>
  <cp:lastModifiedBy>aaa304aaa96@gmail.com</cp:lastModifiedBy>
  <cp:revision>21</cp:revision>
  <dcterms:created xsi:type="dcterms:W3CDTF">2025-03-07T05:28:19Z</dcterms:created>
  <dcterms:modified xsi:type="dcterms:W3CDTF">2025-03-27T09:30:13Z</dcterms:modified>
</cp:coreProperties>
</file>